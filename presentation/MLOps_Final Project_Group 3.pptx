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48" r:id="rId1"/>
    <p:sldMasterId id="2147483651" r:id="rId2"/>
    <p:sldMasterId id="2147483653" r:id="rId3"/>
  </p:sldMasterIdLst>
  <p:notesMasterIdLst>
    <p:notesMasterId r:id="rId25"/>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84">
          <p15:clr>
            <a:srgbClr val="A4A3A4"/>
          </p15:clr>
        </p15:guide>
        <p15:guide id="2" pos="384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9" roundtripDataSignature="AMtx7mjwM9mH6cQAARvRwy/8QyWWvuP71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6405"/>
    <p:restoredTop sz="60833"/>
  </p:normalViewPr>
  <p:slideViewPr>
    <p:cSldViewPr snapToGrid="0">
      <p:cViewPr>
        <p:scale>
          <a:sx n="70" d="100"/>
          <a:sy n="70" d="100"/>
        </p:scale>
        <p:origin x="80" y="544"/>
      </p:cViewPr>
      <p:guideLst>
        <p:guide orient="horz" pos="2184"/>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notesMaster" Target="notesMasters/notesMaster1.xml"/><Relationship Id="rId33"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theme" Target="theme/theme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viewProps" Target="view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30"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g3f723ec14bb_0_1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6" name="Google Shape;126;g3f723ec14bb_0_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g3f72959162f_1_4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5" name="Google Shape;135;g3f72959162f_1_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g3f723ec14bb_0_2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4" name="Google Shape;184;g3f723ec14bb_0_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g3f723ec14bb_0_3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 name="Google Shape;206;g3f723ec14bb_0_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g3f723ec14bb_0_6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4" name="Google Shape;234;g3f723ec14bb_0_6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g3f723ec14bb_0_10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1" name="Google Shape;241;g3f723ec14bb_0_10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g3f723ec14bb_0_15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0" name="Google Shape;260;g3f723ec14bb_0_15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g3f723ec14bb_0_19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2" name="Google Shape;282;g3f723ec14bb_0_19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g3f723ec14bb_0_22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1" name="Google Shape;301;g3f723ec14bb_0_2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8"/>
        <p:cNvGrpSpPr/>
        <p:nvPr/>
      </p:nvGrpSpPr>
      <p:grpSpPr>
        <a:xfrm>
          <a:off x="0" y="0"/>
          <a:ext cx="0" cy="0"/>
          <a:chOff x="0" y="0"/>
          <a:chExt cx="0" cy="0"/>
        </a:xfrm>
      </p:grpSpPr>
      <p:sp>
        <p:nvSpPr>
          <p:cNvPr id="319" name="Google Shape;319;g3f723ec14bb_0_24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0" name="Google Shape;320;g3f723ec14bb_0_24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r>
              <a:rPr lang="en-US" b="1" dirty="0"/>
              <a:t>Next, I’ll talk about our monitoring framework and how we detect data drift.”</a:t>
            </a:r>
            <a:endParaRPr lang="en-US" dirty="0"/>
          </a:p>
          <a:p>
            <a:pPr marL="0" lvl="0" indent="0" algn="l" rtl="0">
              <a:spcBef>
                <a:spcPts val="0"/>
              </a:spcBef>
              <a:spcAft>
                <a:spcPts val="0"/>
              </a:spcAft>
              <a:buNone/>
            </a:pPr>
            <a:endParaRPr lang="en-US" dirty="0"/>
          </a:p>
          <a:p>
            <a:pPr rtl="0"/>
            <a:r>
              <a:rPr lang="en-US" dirty="0"/>
              <a:t>We use three tools together. </a:t>
            </a:r>
            <a:r>
              <a:rPr lang="en-US" b="1" dirty="0"/>
              <a:t>Evidently AI</a:t>
            </a:r>
            <a:r>
              <a:rPr lang="en-US" dirty="0"/>
              <a:t> does the statistical drift detection and generates the reports. </a:t>
            </a:r>
            <a:r>
              <a:rPr lang="en-US" b="1" dirty="0"/>
              <a:t>Prometheus</a:t>
            </a:r>
            <a:r>
              <a:rPr lang="en-US" dirty="0"/>
              <a:t> collects and stores the live metrics our API exposes. And </a:t>
            </a:r>
            <a:r>
              <a:rPr lang="en-US" b="1" dirty="0"/>
              <a:t>Grafana</a:t>
            </a:r>
            <a:r>
              <a:rPr lang="en-US" dirty="0"/>
              <a:t> turns those metrics into dashboards and alerts.</a:t>
            </a:r>
          </a:p>
          <a:p>
            <a:pPr rtl="0"/>
            <a:r>
              <a:rPr lang="en-US" dirty="0"/>
              <a:t>The way we actually detect drift is simple: we take each incoming batch of data and compare it, column by column, against the baseline. For numeric features we measure the </a:t>
            </a:r>
            <a:r>
              <a:rPr lang="en-US" b="1" dirty="0"/>
              <a:t>Wasserstein distance</a:t>
            </a:r>
            <a:r>
              <a:rPr lang="en-US" dirty="0"/>
              <a:t>; for categorical features, the </a:t>
            </a:r>
            <a:r>
              <a:rPr lang="en-US" b="1" dirty="0"/>
              <a:t>Jensen-Shannon distance</a:t>
            </a:r>
            <a:r>
              <a:rPr lang="en-US" dirty="0"/>
              <a:t>. If that distance crosses 0.1, we flag the column as drifted — and if more than half the columns drift, we flag the whole dataset.</a:t>
            </a:r>
          </a:p>
          <a:p>
            <a:pPr marL="457200" marR="0" lvl="0" indent="-22860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en-US" dirty="0"/>
          </a:p>
          <a:p>
            <a:pPr marL="457200" marR="0" lvl="0" indent="-22860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dirty="0"/>
              <a:t>(In a hospital setting, we don‘t find out whether a patient was actually readmitted for weeks — so we can’t measure accuracy in real time. Watching the input data lets us catch problems </a:t>
            </a:r>
            <a:r>
              <a:rPr lang="en-US" b="1" dirty="0"/>
              <a:t>today, with no labels needed</a:t>
            </a:r>
            <a:r>
              <a:rPr lang="en-US" dirty="0"/>
              <a:t>. )</a:t>
            </a:r>
          </a:p>
          <a:p>
            <a:pPr marL="457200" marR="0" lvl="0" indent="-22860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en-US" dirty="0"/>
          </a:p>
          <a:p>
            <a:pPr marL="457200" marR="0" lvl="0" indent="-22860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dirty="0"/>
              <a:t>And we expose live metrics — the drift share, the drifted-column count, the dataset-drift flag, and the predicted-positive ratio — so Prometheus and Grafana can alert us the moment something moves.</a:t>
            </a:r>
            <a:r>
              <a:rPr lang="zh-CN" altLang="en-US" dirty="0"/>
              <a:t> </a:t>
            </a:r>
            <a:r>
              <a:rPr lang="en-US" b="1" dirty="0"/>
              <a:t>We demonstrate that with our drift simulation on the next slide.”</a:t>
            </a:r>
            <a:endParaRPr lang="en-US" dirty="0"/>
          </a:p>
          <a:p>
            <a:pPr rtl="0"/>
            <a:endParaRPr lang="en-US" dirty="0"/>
          </a:p>
          <a:p>
            <a:pPr marL="0" lvl="0" indent="0" algn="l" rtl="0">
              <a:spcBef>
                <a:spcPts val="0"/>
              </a:spcBef>
              <a:spcAft>
                <a:spcPts val="0"/>
              </a:spcAft>
              <a:buNone/>
            </a:pPr>
            <a:endParaRPr dirty="0"/>
          </a:p>
        </p:txBody>
      </p:sp>
      <p:sp>
        <p:nvSpPr>
          <p:cNvPr id="321" name="Google Shape;321;g3f723ec14bb_0_243: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Google Shape;333;g3f9a73fb217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4" name="Google Shape;334;g3f9a73fb217_0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r>
              <a:rPr lang="en-US" dirty="0"/>
              <a:t>We made four scenario: one with out-of-bounds values, one where we swapped two feature columns, one with unseen categorical values, and one with a realistic population shift. Then we sent each through the live API and watched how the monitor reacted.</a:t>
            </a:r>
          </a:p>
          <a:p>
            <a:endParaRPr lang="en-US" dirty="0"/>
          </a:p>
          <a:p>
            <a:r>
              <a:rPr lang="en-US" dirty="0"/>
              <a:t>“The first thing we notice is that </a:t>
            </a:r>
            <a:r>
              <a:rPr lang="en-US" b="1" dirty="0"/>
              <a:t>none of the scenarios triggered our dataset-level drift flag</a:t>
            </a:r>
            <a:r>
              <a:rPr lang="en-US" dirty="0"/>
              <a:t>. The highest drift share was only 27.8%, which is below our 50% threshold.”</a:t>
            </a:r>
          </a:p>
          <a:p>
            <a:r>
              <a:rPr lang="en-US" dirty="0"/>
              <a:t>Even though the aggregate drift flag didn't trigger, the model's output behavior changed substantially depending on which columns were affected.”</a:t>
            </a:r>
          </a:p>
          <a:p>
            <a:r>
              <a:rPr lang="en-US" dirty="0"/>
              <a:t>“For example, in the </a:t>
            </a:r>
            <a:r>
              <a:rPr lang="en-US" b="1" dirty="0"/>
              <a:t>out-of-bounds</a:t>
            </a:r>
            <a:r>
              <a:rPr lang="en-US" dirty="0"/>
              <a:t> scenario, the predicted-positive ratio dropped to only </a:t>
            </a:r>
            <a:r>
              <a:rPr lang="en-US" b="1" dirty="0"/>
              <a:t>0.4%</a:t>
            </a:r>
            <a:r>
              <a:rPr lang="en-US" dirty="0"/>
              <a:t>, which is a decrease of about </a:t>
            </a:r>
            <a:r>
              <a:rPr lang="en-US" b="1" dirty="0"/>
              <a:t>25 percentage points</a:t>
            </a:r>
            <a:r>
              <a:rPr lang="en-US" dirty="0"/>
              <a:t> from the baseline.”</a:t>
            </a:r>
          </a:p>
          <a:p>
            <a:r>
              <a:rPr lang="en-US" dirty="0"/>
              <a:t>“In contrast, under the </a:t>
            </a:r>
            <a:r>
              <a:rPr lang="en-US" b="1" dirty="0"/>
              <a:t>distribution-shift</a:t>
            </a:r>
            <a:r>
              <a:rPr lang="en-US" dirty="0"/>
              <a:t> scenario, the predicted-positive ratio increased to </a:t>
            </a:r>
            <a:r>
              <a:rPr lang="en-US" b="1" dirty="0"/>
              <a:t>95.3%</a:t>
            </a:r>
            <a:r>
              <a:rPr lang="en-US" dirty="0"/>
              <a:t>, or about </a:t>
            </a:r>
            <a:r>
              <a:rPr lang="en-US" b="1" dirty="0"/>
              <a:t>70 percentage points higher</a:t>
            </a:r>
            <a:r>
              <a:rPr lang="en-US" dirty="0"/>
              <a:t> than the baseline.”</a:t>
            </a:r>
          </a:p>
          <a:p>
            <a:r>
              <a:rPr lang="en-US" b="1" dirty="0"/>
              <a:t>“So we have two scenarios where the overall dataset-level drift monitor says ‘no drift detected,’ but the model's predictions behave very differently.”</a:t>
            </a:r>
            <a:endParaRPr lang="en-US" dirty="0"/>
          </a:p>
          <a:p>
            <a:r>
              <a:rPr lang="en-US" dirty="0"/>
              <a:t>“This demonstrates that </a:t>
            </a:r>
            <a:r>
              <a:rPr lang="en-US" b="1" dirty="0"/>
              <a:t>input drift and prediction drift don't necessarily move together</a:t>
            </a:r>
            <a:r>
              <a:rPr lang="en-US" dirty="0"/>
              <a:t>.”</a:t>
            </a:r>
          </a:p>
          <a:p>
            <a:r>
              <a:rPr lang="en-US" dirty="0"/>
              <a:t>“That's why our monitoring system tracks not only aggregate input drift, but also </a:t>
            </a:r>
            <a:r>
              <a:rPr lang="en-US" b="1" dirty="0"/>
              <a:t>column-level drift and the predicted-positive ratio directly</a:t>
            </a:r>
            <a:r>
              <a:rPr lang="en-US" dirty="0"/>
              <a:t>.”</a:t>
            </a:r>
          </a:p>
          <a:p>
            <a:endParaRPr lang="en-US" dirty="0"/>
          </a:p>
          <a:p>
            <a:endParaRPr lang="en-US" dirty="0"/>
          </a:p>
          <a:p>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n-US" dirty="0"/>
              <a:t>"What is predicted-positive ratio?"</a:t>
            </a:r>
          </a:p>
          <a:p>
            <a:pPr marL="0" lvl="0" indent="0" algn="l" rtl="0">
              <a:spcBef>
                <a:spcPts val="0"/>
              </a:spcBef>
              <a:spcAft>
                <a:spcPts val="0"/>
              </a:spcAft>
              <a:buNone/>
            </a:pPr>
            <a:r>
              <a:rPr lang="en-US" dirty="0"/>
              <a:t>“It's the proportion of patients for whom the model predicts the positive class — in our case, the model predicts that the patient will be readmitted.”</a:t>
            </a:r>
          </a:p>
          <a:p>
            <a:pPr marL="0" lvl="0" indent="0" algn="l" rtl="0">
              <a:spcBef>
                <a:spcPts val="0"/>
              </a:spcBef>
              <a:spcAft>
                <a:spcPts val="0"/>
              </a:spcAft>
              <a:buNone/>
            </a:pPr>
            <a:endParaRPr lang="en-US" dirty="0"/>
          </a:p>
          <a:p>
            <a:r>
              <a:rPr lang="en-US" b="1" dirty="0"/>
              <a:t>Why did you choose 50% as the dataset-level threshold?</a:t>
            </a:r>
          </a:p>
          <a:p>
            <a:r>
              <a:rPr lang="en-US" b="1" dirty="0"/>
              <a:t>Answer:</a:t>
            </a:r>
            <a:endParaRPr lang="en-US" dirty="0"/>
          </a:p>
          <a:p>
            <a:r>
              <a:rPr lang="en-US" dirty="0"/>
              <a:t>“The 50% threshold is an operational rule we defined for this project. It's intended to prevent a small number of drifting features from triggering an aggregate dataset-level alert. In production, we would calibrate this threshold based on historical data, model sensitivity, and the business cost of false positives versus missed drift.”</a:t>
            </a:r>
          </a:p>
          <a:p>
            <a:pPr marL="0" lvl="0" indent="0" algn="l" rtl="0">
              <a:spcBef>
                <a:spcPts val="0"/>
              </a:spcBef>
              <a:spcAft>
                <a:spcPts val="0"/>
              </a:spcAft>
              <a:buNone/>
            </a:pPr>
            <a:endParaRPr dirty="0"/>
          </a:p>
        </p:txBody>
      </p:sp>
      <p:sp>
        <p:nvSpPr>
          <p:cNvPr id="335" name="Google Shape;335;g3f9a73fb217_0_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g3f723ec14bb_0_24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6" name="Google Shape;346;g3f723ec14bb_0_24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7" name="Google Shape;347;g3f723ec14bb_0_248: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7"/>
        <p:cNvGrpSpPr/>
        <p:nvPr/>
      </p:nvGrpSpPr>
      <p:grpSpPr>
        <a:xfrm>
          <a:off x="0" y="0"/>
          <a:ext cx="0" cy="0"/>
          <a:chOff x="0" y="0"/>
          <a:chExt cx="0" cy="0"/>
        </a:xfrm>
      </p:grpSpPr>
      <p:sp>
        <p:nvSpPr>
          <p:cNvPr id="368" name="Google Shape;368;g3f723ec14bb_0_25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9" name="Google Shape;369;g3f723ec14bb_0_25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3"/>
        <p:cNvGrpSpPr/>
        <p:nvPr/>
      </p:nvGrpSpPr>
      <p:grpSpPr>
        <a:xfrm>
          <a:off x="0" y="0"/>
          <a:ext cx="0" cy="0"/>
          <a:chOff x="0" y="0"/>
          <a:chExt cx="0" cy="0"/>
        </a:xfrm>
      </p:grpSpPr>
      <p:sp>
        <p:nvSpPr>
          <p:cNvPr id="374" name="Google Shape;374;g3f723ec14bb_0_25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5" name="Google Shape;375;g3f723ec14bb_0_25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6" name="Google Shape;376;g3f723ec14bb_0_25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9"/>
        <p:cNvGrpSpPr/>
        <p:nvPr/>
      </p:nvGrpSpPr>
      <p:grpSpPr>
        <a:xfrm>
          <a:off x="0" y="0"/>
          <a:ext cx="0" cy="0"/>
          <a:chOff x="0" y="0"/>
          <a:chExt cx="0" cy="0"/>
        </a:xfrm>
      </p:grpSpPr>
      <p:sp>
        <p:nvSpPr>
          <p:cNvPr id="440" name="Google Shape;440;g3f723ec14bb_0_26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1" name="Google Shape;441;g3f723ec14bb_0_26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2" name="Google Shape;442;g3f723ec14bb_0_264: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8"/>
        <p:cNvGrpSpPr/>
        <p:nvPr/>
      </p:nvGrpSpPr>
      <p:grpSpPr>
        <a:xfrm>
          <a:off x="0" y="0"/>
          <a:ext cx="0" cy="0"/>
          <a:chOff x="0" y="0"/>
          <a:chExt cx="0" cy="0"/>
        </a:xfrm>
      </p:grpSpPr>
      <p:sp>
        <p:nvSpPr>
          <p:cNvPr id="459" name="Google Shape;459;g3f723ec14bb_0_42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0" name="Google Shape;460;g3f723ec14bb_0_4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4"/>
        <p:cNvGrpSpPr/>
        <p:nvPr/>
      </p:nvGrpSpPr>
      <p:grpSpPr>
        <a:xfrm>
          <a:off x="0" y="0"/>
          <a:ext cx="0" cy="0"/>
          <a:chOff x="0" y="0"/>
          <a:chExt cx="0" cy="0"/>
        </a:xfrm>
      </p:grpSpPr>
      <p:sp>
        <p:nvSpPr>
          <p:cNvPr id="465" name="Google Shape;465;g3f723ec14bb_0_43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6" name="Google Shape;466;g3f723ec14bb_0_4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0"/>
        <p:cNvGrpSpPr/>
        <p:nvPr/>
      </p:nvGrpSpPr>
      <p:grpSpPr>
        <a:xfrm>
          <a:off x="0" y="0"/>
          <a:ext cx="0" cy="0"/>
          <a:chOff x="0" y="0"/>
          <a:chExt cx="0" cy="0"/>
        </a:xfrm>
      </p:grpSpPr>
      <p:sp>
        <p:nvSpPr>
          <p:cNvPr id="471" name="Google Shape;471;g3f72959162f_0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2" name="Google Shape;472;g3f72959162f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7"/>
        <p:cNvGrpSpPr/>
        <p:nvPr/>
      </p:nvGrpSpPr>
      <p:grpSpPr>
        <a:xfrm>
          <a:off x="0" y="0"/>
          <a:ext cx="0" cy="0"/>
          <a:chOff x="0" y="0"/>
          <a:chExt cx="0" cy="0"/>
        </a:xfrm>
      </p:grpSpPr>
      <p:sp>
        <p:nvSpPr>
          <p:cNvPr id="478" name="Google Shape;478;g3f7506bbab4_3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9" name="Google Shape;479;g3f7506bbab4_3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5"/>
        <p:cNvGrpSpPr/>
        <p:nvPr/>
      </p:nvGrpSpPr>
      <p:grpSpPr>
        <a:xfrm>
          <a:off x="0" y="0"/>
          <a:ext cx="0" cy="0"/>
          <a:chOff x="0" y="0"/>
          <a:chExt cx="0" cy="0"/>
        </a:xfrm>
      </p:grpSpPr>
      <p:sp>
        <p:nvSpPr>
          <p:cNvPr id="486" name="Google Shape;486;g3f7506bbab4_3_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7" name="Google Shape;487;g3f7506bbab4_3_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2"/>
        <p:cNvGrpSpPr/>
        <p:nvPr/>
      </p:nvGrpSpPr>
      <p:grpSpPr>
        <a:xfrm>
          <a:off x="0" y="0"/>
          <a:ext cx="0" cy="0"/>
          <a:chOff x="0" y="0"/>
          <a:chExt cx="0" cy="0"/>
        </a:xfrm>
      </p:grpSpPr>
      <p:sp>
        <p:nvSpPr>
          <p:cNvPr id="493" name="Google Shape;493;g3f9a73fb217_1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4" name="Google Shape;494;g3f9a73fb217_1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5" name="Google Shape;495;g3f9a73fb217_1_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Cover slide layout">
  <p:cSld name="Cover slide layout">
    <p:bg>
      <p:bgPr>
        <a:blipFill>
          <a:blip r:embed="rId2">
            <a:alphaModFix/>
          </a:blip>
          <a:stretch>
            <a:fillRect/>
          </a:stretch>
        </a:blipFill>
        <a:effectLst/>
      </p:bgPr>
    </p:bg>
    <p:spTree>
      <p:nvGrpSpPr>
        <p:cNvPr id="1" name="Shape 11"/>
        <p:cNvGrpSpPr/>
        <p:nvPr/>
      </p:nvGrpSpPr>
      <p:grpSpPr>
        <a:xfrm>
          <a:off x="0" y="0"/>
          <a:ext cx="0" cy="0"/>
          <a:chOff x="0" y="0"/>
          <a:chExt cx="0" cy="0"/>
        </a:xfrm>
      </p:grpSpPr>
      <p:sp>
        <p:nvSpPr>
          <p:cNvPr id="12" name="Google Shape;12;p50"/>
          <p:cNvSpPr txBox="1">
            <a:spLocks noGrp="1"/>
          </p:cNvSpPr>
          <p:nvPr>
            <p:ph type="sldNum" idx="12"/>
          </p:nvPr>
        </p:nvSpPr>
        <p:spPr>
          <a:xfrm>
            <a:off x="11409045" y="6333134"/>
            <a:ext cx="731700" cy="5250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End slide layout">
  <p:cSld name="End slide layout">
    <p:bg>
      <p:bgPr>
        <a:blipFill>
          <a:blip r:embed="rId2">
            <a:alphaModFix/>
          </a:blip>
          <a:stretch>
            <a:fillRect/>
          </a:stretch>
        </a:blipFill>
        <a:effectLst/>
      </p:bgPr>
    </p:bg>
    <p:spTree>
      <p:nvGrpSpPr>
        <p:cNvPr id="1" name="Shape 13"/>
        <p:cNvGrpSpPr/>
        <p:nvPr/>
      </p:nvGrpSpPr>
      <p:grpSpPr>
        <a:xfrm>
          <a:off x="0" y="0"/>
          <a:ext cx="0" cy="0"/>
          <a:chOff x="0" y="0"/>
          <a:chExt cx="0" cy="0"/>
        </a:xfrm>
      </p:grpSpPr>
      <p:sp>
        <p:nvSpPr>
          <p:cNvPr id="14" name="Google Shape;14;p70"/>
          <p:cNvSpPr txBox="1">
            <a:spLocks noGrp="1"/>
          </p:cNvSpPr>
          <p:nvPr>
            <p:ph type="sldNum" idx="12"/>
          </p:nvPr>
        </p:nvSpPr>
        <p:spPr>
          <a:xfrm>
            <a:off x="11409045" y="6333134"/>
            <a:ext cx="731700" cy="5250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Break Slide layout">
  <p:cSld name="Section Break Slide layout">
    <p:bg>
      <p:bgPr>
        <a:blipFill>
          <a:blip r:embed="rId2">
            <a:alphaModFix/>
          </a:blip>
          <a:stretch>
            <a:fillRect/>
          </a:stretch>
        </a:blipFill>
        <a:effectLst/>
      </p:bgPr>
    </p:bg>
    <p:spTree>
      <p:nvGrpSpPr>
        <p:cNvPr id="1" name="Shape 17"/>
        <p:cNvGrpSpPr/>
        <p:nvPr/>
      </p:nvGrpSpPr>
      <p:grpSpPr>
        <a:xfrm>
          <a:off x="0" y="0"/>
          <a:ext cx="0" cy="0"/>
          <a:chOff x="0" y="0"/>
          <a:chExt cx="0" cy="0"/>
        </a:xfrm>
      </p:grpSpPr>
      <p:sp>
        <p:nvSpPr>
          <p:cNvPr id="18" name="Google Shape;18;p52"/>
          <p:cNvSpPr txBox="1">
            <a:spLocks noGrp="1"/>
          </p:cNvSpPr>
          <p:nvPr>
            <p:ph type="sldNum" idx="12"/>
          </p:nvPr>
        </p:nvSpPr>
        <p:spPr>
          <a:xfrm>
            <a:off x="11409045" y="6333134"/>
            <a:ext cx="731700" cy="5250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3_Agenda slide layout">
  <p:cSld name="3_Agenda slide layout">
    <p:bg>
      <p:bgPr>
        <a:blipFill>
          <a:blip r:embed="rId2">
            <a:alphaModFix/>
          </a:blip>
          <a:stretch>
            <a:fillRect/>
          </a:stretch>
        </a:blipFill>
        <a:effectLst/>
      </p:bgPr>
    </p:bg>
    <p:spTree>
      <p:nvGrpSpPr>
        <p:cNvPr id="1" name="Shape 21"/>
        <p:cNvGrpSpPr/>
        <p:nvPr/>
      </p:nvGrpSpPr>
      <p:grpSpPr>
        <a:xfrm>
          <a:off x="0" y="0"/>
          <a:ext cx="0" cy="0"/>
          <a:chOff x="0" y="0"/>
          <a:chExt cx="0" cy="0"/>
        </a:xfrm>
      </p:grpSpPr>
      <p:sp>
        <p:nvSpPr>
          <p:cNvPr id="22" name="Google Shape;22;p54"/>
          <p:cNvSpPr txBox="1">
            <a:spLocks noGrp="1"/>
          </p:cNvSpPr>
          <p:nvPr>
            <p:ph type="sldNum" idx="12"/>
          </p:nvPr>
        </p:nvSpPr>
        <p:spPr>
          <a:xfrm>
            <a:off x="11409045" y="6333134"/>
            <a:ext cx="731700" cy="5250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ntents slide layout">
  <p:cSld name="Contents slide layout">
    <p:bg>
      <p:bgPr>
        <a:blipFill>
          <a:blip r:embed="rId2">
            <a:alphaModFix/>
          </a:blip>
          <a:stretch>
            <a:fillRect/>
          </a:stretch>
        </a:blipFill>
        <a:effectLst/>
      </p:bgPr>
    </p:bg>
    <p:spTree>
      <p:nvGrpSpPr>
        <p:cNvPr id="1" name="Shape 23"/>
        <p:cNvGrpSpPr/>
        <p:nvPr/>
      </p:nvGrpSpPr>
      <p:grpSpPr>
        <a:xfrm>
          <a:off x="0" y="0"/>
          <a:ext cx="0" cy="0"/>
          <a:chOff x="0" y="0"/>
          <a:chExt cx="0" cy="0"/>
        </a:xfrm>
      </p:grpSpPr>
      <p:sp>
        <p:nvSpPr>
          <p:cNvPr id="24" name="Google Shape;24;p55"/>
          <p:cNvSpPr txBox="1">
            <a:spLocks noGrp="1"/>
          </p:cNvSpPr>
          <p:nvPr>
            <p:ph type="body" idx="1"/>
          </p:nvPr>
        </p:nvSpPr>
        <p:spPr>
          <a:xfrm>
            <a:off x="323529" y="145548"/>
            <a:ext cx="11573197" cy="724247"/>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1000"/>
              </a:spcBef>
              <a:spcAft>
                <a:spcPts val="0"/>
              </a:spcAft>
              <a:buClr>
                <a:srgbClr val="262626"/>
              </a:buClr>
              <a:buSzPts val="5400"/>
              <a:buFont typeface="Arial"/>
              <a:buNone/>
              <a:defRPr sz="5400" b="0" i="0" u="none" strike="noStrike" cap="none">
                <a:solidFill>
                  <a:srgbClr val="262626"/>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25" name="Google Shape;25;p55"/>
          <p:cNvSpPr txBox="1">
            <a:spLocks noGrp="1"/>
          </p:cNvSpPr>
          <p:nvPr>
            <p:ph type="sldNum" idx="12"/>
          </p:nvPr>
        </p:nvSpPr>
        <p:spPr>
          <a:xfrm>
            <a:off x="11409045" y="6333134"/>
            <a:ext cx="731700" cy="525000"/>
          </a:xfrm>
          <a:prstGeom prst="rect">
            <a:avLst/>
          </a:prstGeom>
        </p:spPr>
        <p:txBody>
          <a:bodyPr spcFirstLastPara="1" wrap="square" lIns="91425" tIns="91425" rIns="91425" bIns="91425" anchor="t" anchorCtr="0">
            <a:noAutofit/>
          </a:bodyPr>
          <a:lstStyle>
            <a:lvl1pPr lvl="0">
              <a:buNone/>
              <a:defRPr>
                <a:solidFill>
                  <a:srgbClr val="262626"/>
                </a:solidFill>
              </a:defRPr>
            </a:lvl1pPr>
            <a:lvl2pPr lvl="1">
              <a:buNone/>
              <a:defRPr>
                <a:solidFill>
                  <a:srgbClr val="262626"/>
                </a:solidFill>
              </a:defRPr>
            </a:lvl2pPr>
            <a:lvl3pPr lvl="2">
              <a:buNone/>
              <a:defRPr>
                <a:solidFill>
                  <a:srgbClr val="262626"/>
                </a:solidFill>
              </a:defRPr>
            </a:lvl3pPr>
            <a:lvl4pPr lvl="3">
              <a:buNone/>
              <a:defRPr>
                <a:solidFill>
                  <a:srgbClr val="262626"/>
                </a:solidFill>
              </a:defRPr>
            </a:lvl4pPr>
            <a:lvl5pPr lvl="4">
              <a:buNone/>
              <a:defRPr>
                <a:solidFill>
                  <a:srgbClr val="262626"/>
                </a:solidFill>
              </a:defRPr>
            </a:lvl5pPr>
            <a:lvl6pPr lvl="5">
              <a:buNone/>
              <a:defRPr>
                <a:solidFill>
                  <a:srgbClr val="262626"/>
                </a:solidFill>
              </a:defRPr>
            </a:lvl6pPr>
            <a:lvl7pPr lvl="6">
              <a:buNone/>
              <a:defRPr>
                <a:solidFill>
                  <a:srgbClr val="262626"/>
                </a:solidFill>
              </a:defRPr>
            </a:lvl7pPr>
            <a:lvl8pPr lvl="7">
              <a:buNone/>
              <a:defRPr>
                <a:solidFill>
                  <a:srgbClr val="262626"/>
                </a:solidFill>
              </a:defRPr>
            </a:lvl8pPr>
            <a:lvl9pPr lvl="8">
              <a:buNone/>
              <a:defRPr>
                <a:solidFill>
                  <a:srgbClr val="262626"/>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4_Taam slide layout">
  <p:cSld name="4_Taam slide layout">
    <p:bg>
      <p:bgPr>
        <a:blipFill>
          <a:blip r:embed="rId2">
            <a:alphaModFix/>
          </a:blip>
          <a:stretch>
            <a:fillRect/>
          </a:stretch>
        </a:blipFill>
        <a:effectLst/>
      </p:bgPr>
    </p:bg>
    <p:spTree>
      <p:nvGrpSpPr>
        <p:cNvPr id="1" name="Shape 26"/>
        <p:cNvGrpSpPr/>
        <p:nvPr/>
      </p:nvGrpSpPr>
      <p:grpSpPr>
        <a:xfrm>
          <a:off x="0" y="0"/>
          <a:ext cx="0" cy="0"/>
          <a:chOff x="0" y="0"/>
          <a:chExt cx="0" cy="0"/>
        </a:xfrm>
      </p:grpSpPr>
      <p:sp>
        <p:nvSpPr>
          <p:cNvPr id="27" name="Google Shape;27;p56"/>
          <p:cNvSpPr txBox="1">
            <a:spLocks noGrp="1"/>
          </p:cNvSpPr>
          <p:nvPr>
            <p:ph type="body" idx="1"/>
          </p:nvPr>
        </p:nvSpPr>
        <p:spPr>
          <a:xfrm>
            <a:off x="309402" y="154781"/>
            <a:ext cx="11573197" cy="724247"/>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1000"/>
              </a:spcBef>
              <a:spcAft>
                <a:spcPts val="0"/>
              </a:spcAft>
              <a:buClr>
                <a:srgbClr val="262626"/>
              </a:buClr>
              <a:buSzPts val="5400"/>
              <a:buFont typeface="Arial"/>
              <a:buNone/>
              <a:defRPr sz="5400" b="0" i="0" u="none" strike="noStrike" cap="none">
                <a:solidFill>
                  <a:srgbClr val="262626"/>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28" name="Google Shape;28;p56"/>
          <p:cNvSpPr/>
          <p:nvPr/>
        </p:nvSpPr>
        <p:spPr>
          <a:xfrm>
            <a:off x="1085065" y="1631001"/>
            <a:ext cx="2045865" cy="4641011"/>
          </a:xfrm>
          <a:prstGeom prst="roundRect">
            <a:avLst>
              <a:gd name="adj" fmla="val 50000"/>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9" name="Google Shape;29;p56"/>
          <p:cNvSpPr/>
          <p:nvPr/>
        </p:nvSpPr>
        <p:spPr>
          <a:xfrm>
            <a:off x="3743733" y="1631001"/>
            <a:ext cx="2045865" cy="4641011"/>
          </a:xfrm>
          <a:prstGeom prst="roundRect">
            <a:avLst>
              <a:gd name="adj" fmla="val 50000"/>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0" name="Google Shape;30;p56"/>
          <p:cNvSpPr/>
          <p:nvPr/>
        </p:nvSpPr>
        <p:spPr>
          <a:xfrm>
            <a:off x="6402401" y="1631001"/>
            <a:ext cx="2045865" cy="4641011"/>
          </a:xfrm>
          <a:prstGeom prst="roundRect">
            <a:avLst>
              <a:gd name="adj" fmla="val 50000"/>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1" name="Google Shape;31;p56"/>
          <p:cNvSpPr/>
          <p:nvPr/>
        </p:nvSpPr>
        <p:spPr>
          <a:xfrm>
            <a:off x="9061069" y="1631001"/>
            <a:ext cx="2045865" cy="4641011"/>
          </a:xfrm>
          <a:prstGeom prst="roundRect">
            <a:avLst>
              <a:gd name="adj" fmla="val 50000"/>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2" name="Google Shape;32;p56"/>
          <p:cNvSpPr>
            <a:spLocks noGrp="1"/>
          </p:cNvSpPr>
          <p:nvPr>
            <p:ph type="pic" idx="2"/>
          </p:nvPr>
        </p:nvSpPr>
        <p:spPr>
          <a:xfrm>
            <a:off x="1137445" y="1699847"/>
            <a:ext cx="1941107" cy="1941107"/>
          </a:xfrm>
          <a:prstGeom prst="ellipse">
            <a:avLst/>
          </a:prstGeom>
          <a:solidFill>
            <a:srgbClr val="F2F2F2"/>
          </a:solidFill>
          <a:ln>
            <a:noFill/>
          </a:ln>
        </p:spPr>
      </p:sp>
      <p:sp>
        <p:nvSpPr>
          <p:cNvPr id="33" name="Google Shape;33;p56"/>
          <p:cNvSpPr>
            <a:spLocks noGrp="1"/>
          </p:cNvSpPr>
          <p:nvPr>
            <p:ph type="pic" idx="3"/>
          </p:nvPr>
        </p:nvSpPr>
        <p:spPr>
          <a:xfrm>
            <a:off x="3796113" y="4279135"/>
            <a:ext cx="1941107" cy="1941107"/>
          </a:xfrm>
          <a:prstGeom prst="ellipse">
            <a:avLst/>
          </a:prstGeom>
          <a:solidFill>
            <a:srgbClr val="F2F2F2"/>
          </a:solidFill>
          <a:ln>
            <a:noFill/>
          </a:ln>
        </p:spPr>
      </p:sp>
      <p:sp>
        <p:nvSpPr>
          <p:cNvPr id="34" name="Google Shape;34;p56"/>
          <p:cNvSpPr>
            <a:spLocks noGrp="1"/>
          </p:cNvSpPr>
          <p:nvPr>
            <p:ph type="pic" idx="4"/>
          </p:nvPr>
        </p:nvSpPr>
        <p:spPr>
          <a:xfrm>
            <a:off x="6454781" y="1699847"/>
            <a:ext cx="1941107" cy="1941107"/>
          </a:xfrm>
          <a:prstGeom prst="ellipse">
            <a:avLst/>
          </a:prstGeom>
          <a:solidFill>
            <a:srgbClr val="F2F2F2"/>
          </a:solidFill>
          <a:ln>
            <a:noFill/>
          </a:ln>
        </p:spPr>
      </p:sp>
      <p:sp>
        <p:nvSpPr>
          <p:cNvPr id="35" name="Google Shape;35;p56"/>
          <p:cNvSpPr>
            <a:spLocks noGrp="1"/>
          </p:cNvSpPr>
          <p:nvPr>
            <p:ph type="pic" idx="5"/>
          </p:nvPr>
        </p:nvSpPr>
        <p:spPr>
          <a:xfrm>
            <a:off x="9113448" y="4279135"/>
            <a:ext cx="1941107" cy="1941107"/>
          </a:xfrm>
          <a:prstGeom prst="ellipse">
            <a:avLst/>
          </a:prstGeom>
          <a:solidFill>
            <a:srgbClr val="F2F2F2"/>
          </a:solidFill>
          <a:ln>
            <a:noFill/>
          </a:ln>
        </p:spPr>
      </p:sp>
      <p:sp>
        <p:nvSpPr>
          <p:cNvPr id="36" name="Google Shape;36;p56"/>
          <p:cNvSpPr txBox="1">
            <a:spLocks noGrp="1"/>
          </p:cNvSpPr>
          <p:nvPr>
            <p:ph type="sldNum" idx="12"/>
          </p:nvPr>
        </p:nvSpPr>
        <p:spPr>
          <a:xfrm>
            <a:off x="11409045" y="6333134"/>
            <a:ext cx="731700" cy="525000"/>
          </a:xfrm>
          <a:prstGeom prst="rect">
            <a:avLst/>
          </a:prstGeom>
        </p:spPr>
        <p:txBody>
          <a:bodyPr spcFirstLastPara="1" wrap="square" lIns="91425" tIns="91425" rIns="91425" bIns="91425" anchor="t" anchorCtr="0">
            <a:noAutofit/>
          </a:bodyPr>
          <a:lstStyle>
            <a:lvl1pPr lvl="0">
              <a:buNone/>
              <a:defRPr>
                <a:solidFill>
                  <a:srgbClr val="262626"/>
                </a:solidFill>
              </a:defRPr>
            </a:lvl1pPr>
            <a:lvl2pPr lvl="1">
              <a:buNone/>
              <a:defRPr>
                <a:solidFill>
                  <a:srgbClr val="262626"/>
                </a:solidFill>
              </a:defRPr>
            </a:lvl2pPr>
            <a:lvl3pPr lvl="2">
              <a:buNone/>
              <a:defRPr>
                <a:solidFill>
                  <a:srgbClr val="262626"/>
                </a:solidFill>
              </a:defRPr>
            </a:lvl3pPr>
            <a:lvl4pPr lvl="3">
              <a:buNone/>
              <a:defRPr>
                <a:solidFill>
                  <a:srgbClr val="262626"/>
                </a:solidFill>
              </a:defRPr>
            </a:lvl4pPr>
            <a:lvl5pPr lvl="4">
              <a:buNone/>
              <a:defRPr>
                <a:solidFill>
                  <a:srgbClr val="262626"/>
                </a:solidFill>
              </a:defRPr>
            </a:lvl5pPr>
            <a:lvl6pPr lvl="5">
              <a:buNone/>
              <a:defRPr>
                <a:solidFill>
                  <a:srgbClr val="262626"/>
                </a:solidFill>
              </a:defRPr>
            </a:lvl6pPr>
            <a:lvl7pPr lvl="6">
              <a:buNone/>
              <a:defRPr>
                <a:solidFill>
                  <a:srgbClr val="262626"/>
                </a:solidFill>
              </a:defRPr>
            </a:lvl7pPr>
            <a:lvl8pPr lvl="7">
              <a:buNone/>
              <a:defRPr>
                <a:solidFill>
                  <a:srgbClr val="262626"/>
                </a:solidFill>
              </a:defRPr>
            </a:lvl8pPr>
            <a:lvl9pPr lvl="8">
              <a:buNone/>
              <a:defRPr>
                <a:solidFill>
                  <a:srgbClr val="262626"/>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5_Contents slide layout">
  <p:cSld name="5_Contents slide layout">
    <p:spTree>
      <p:nvGrpSpPr>
        <p:cNvPr id="1" name="Shape 37"/>
        <p:cNvGrpSpPr/>
        <p:nvPr/>
      </p:nvGrpSpPr>
      <p:grpSpPr>
        <a:xfrm>
          <a:off x="0" y="0"/>
          <a:ext cx="0" cy="0"/>
          <a:chOff x="0" y="0"/>
          <a:chExt cx="0" cy="0"/>
        </a:xfrm>
      </p:grpSpPr>
      <p:sp>
        <p:nvSpPr>
          <p:cNvPr id="38" name="Google Shape;38;p57"/>
          <p:cNvSpPr>
            <a:spLocks noGrp="1"/>
          </p:cNvSpPr>
          <p:nvPr>
            <p:ph type="pic" idx="2"/>
          </p:nvPr>
        </p:nvSpPr>
        <p:spPr>
          <a:xfrm>
            <a:off x="0" y="0"/>
            <a:ext cx="6096000" cy="6858000"/>
          </a:xfrm>
          <a:prstGeom prst="rect">
            <a:avLst/>
          </a:prstGeom>
          <a:solidFill>
            <a:srgbClr val="F2F2F2"/>
          </a:solidFill>
          <a:ln>
            <a:noFill/>
          </a:ln>
        </p:spPr>
      </p:sp>
      <p:sp>
        <p:nvSpPr>
          <p:cNvPr id="39" name="Google Shape;39;p57"/>
          <p:cNvSpPr txBox="1">
            <a:spLocks noGrp="1"/>
          </p:cNvSpPr>
          <p:nvPr>
            <p:ph type="sldNum" idx="12"/>
          </p:nvPr>
        </p:nvSpPr>
        <p:spPr>
          <a:xfrm>
            <a:off x="11409045" y="6333134"/>
            <a:ext cx="731700" cy="5250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6_Contents slide layout">
  <p:cSld name="6_Contents slide layout">
    <p:bg>
      <p:bgPr>
        <a:blipFill>
          <a:blip r:embed="rId2">
            <a:alphaModFix/>
          </a:blip>
          <a:stretch>
            <a:fillRect/>
          </a:stretch>
        </a:blipFill>
        <a:effectLst/>
      </p:bgPr>
    </p:bg>
    <p:spTree>
      <p:nvGrpSpPr>
        <p:cNvPr id="1" name="Shape 40"/>
        <p:cNvGrpSpPr/>
        <p:nvPr/>
      </p:nvGrpSpPr>
      <p:grpSpPr>
        <a:xfrm>
          <a:off x="0" y="0"/>
          <a:ext cx="0" cy="0"/>
          <a:chOff x="0" y="0"/>
          <a:chExt cx="0" cy="0"/>
        </a:xfrm>
      </p:grpSpPr>
      <p:sp>
        <p:nvSpPr>
          <p:cNvPr id="41" name="Google Shape;41;p58"/>
          <p:cNvSpPr txBox="1">
            <a:spLocks noGrp="1"/>
          </p:cNvSpPr>
          <p:nvPr>
            <p:ph type="sldNum" idx="12"/>
          </p:nvPr>
        </p:nvSpPr>
        <p:spPr>
          <a:xfrm>
            <a:off x="11409045" y="6333134"/>
            <a:ext cx="731700" cy="5250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7_Contents slide layout">
  <p:cSld name="7_Contents slide layout">
    <p:bg>
      <p:bgPr>
        <a:blipFill>
          <a:blip r:embed="rId2">
            <a:alphaModFix/>
          </a:blip>
          <a:stretch>
            <a:fillRect/>
          </a:stretch>
        </a:blipFill>
        <a:effectLst/>
      </p:bgPr>
    </p:bg>
    <p:spTree>
      <p:nvGrpSpPr>
        <p:cNvPr id="1" name="Shape 42"/>
        <p:cNvGrpSpPr/>
        <p:nvPr/>
      </p:nvGrpSpPr>
      <p:grpSpPr>
        <a:xfrm>
          <a:off x="0" y="0"/>
          <a:ext cx="0" cy="0"/>
          <a:chOff x="0" y="0"/>
          <a:chExt cx="0" cy="0"/>
        </a:xfrm>
      </p:grpSpPr>
      <p:sp>
        <p:nvSpPr>
          <p:cNvPr id="43" name="Google Shape;43;p59"/>
          <p:cNvSpPr txBox="1">
            <a:spLocks noGrp="1"/>
          </p:cNvSpPr>
          <p:nvPr>
            <p:ph type="body" idx="1"/>
          </p:nvPr>
        </p:nvSpPr>
        <p:spPr>
          <a:xfrm>
            <a:off x="323529" y="145546"/>
            <a:ext cx="11573197" cy="724247"/>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1000"/>
              </a:spcBef>
              <a:spcAft>
                <a:spcPts val="0"/>
              </a:spcAft>
              <a:buClr>
                <a:srgbClr val="3F3F3F"/>
              </a:buClr>
              <a:buSzPts val="5400"/>
              <a:buFont typeface="Arial"/>
              <a:buNone/>
              <a:defRPr sz="5400" b="0" i="0" u="none" strike="noStrike" cap="none">
                <a:solidFill>
                  <a:srgbClr val="3F3F3F"/>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44" name="Google Shape;44;p59"/>
          <p:cNvSpPr/>
          <p:nvPr/>
        </p:nvSpPr>
        <p:spPr>
          <a:xfrm>
            <a:off x="1236861" y="5736614"/>
            <a:ext cx="4339022" cy="469401"/>
          </a:xfrm>
          <a:prstGeom prst="ellipse">
            <a:avLst/>
          </a:prstGeom>
          <a:solidFill>
            <a:srgbClr val="7F7F7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lt1"/>
              </a:solidFill>
              <a:latin typeface="Arial"/>
              <a:ea typeface="Arial"/>
              <a:cs typeface="Arial"/>
              <a:sym typeface="Arial"/>
            </a:endParaRPr>
          </a:p>
        </p:txBody>
      </p:sp>
      <p:grpSp>
        <p:nvGrpSpPr>
          <p:cNvPr id="45" name="Google Shape;45;p59"/>
          <p:cNvGrpSpPr/>
          <p:nvPr/>
        </p:nvGrpSpPr>
        <p:grpSpPr>
          <a:xfrm>
            <a:off x="788740" y="1803025"/>
            <a:ext cx="5357081" cy="4213434"/>
            <a:chOff x="2444748" y="555045"/>
            <a:chExt cx="7282048" cy="5727454"/>
          </a:xfrm>
        </p:grpSpPr>
        <p:sp>
          <p:nvSpPr>
            <p:cNvPr id="46" name="Google Shape;46;p59"/>
            <p:cNvSpPr/>
            <p:nvPr/>
          </p:nvSpPr>
          <p:spPr>
            <a:xfrm>
              <a:off x="4964693" y="5443837"/>
              <a:ext cx="2168250" cy="818208"/>
            </a:xfrm>
            <a:custGeom>
              <a:avLst/>
              <a:gdLst/>
              <a:ahLst/>
              <a:cxnLst/>
              <a:rect l="l" t="t" r="r" b="b"/>
              <a:pathLst>
                <a:path w="2168250" h="818207" extrusionOk="0">
                  <a:moveTo>
                    <a:pt x="1941333" y="525699"/>
                  </a:moveTo>
                  <a:cubicBezTo>
                    <a:pt x="1789965" y="370239"/>
                    <a:pt x="1785874" y="30683"/>
                    <a:pt x="1785874" y="30683"/>
                  </a:cubicBezTo>
                  <a:lnTo>
                    <a:pt x="1114943" y="30683"/>
                  </a:lnTo>
                  <a:lnTo>
                    <a:pt x="1065851" y="30683"/>
                  </a:lnTo>
                  <a:lnTo>
                    <a:pt x="390830" y="30683"/>
                  </a:lnTo>
                  <a:cubicBezTo>
                    <a:pt x="390830" y="30683"/>
                    <a:pt x="386739" y="366148"/>
                    <a:pt x="235370" y="525699"/>
                  </a:cubicBezTo>
                  <a:cubicBezTo>
                    <a:pt x="84002" y="681158"/>
                    <a:pt x="-149188" y="816162"/>
                    <a:pt x="259916" y="816162"/>
                  </a:cubicBezTo>
                  <a:cubicBezTo>
                    <a:pt x="587199" y="816162"/>
                    <a:pt x="939029" y="816162"/>
                    <a:pt x="1065851" y="816162"/>
                  </a:cubicBezTo>
                  <a:cubicBezTo>
                    <a:pt x="1098579" y="816162"/>
                    <a:pt x="1114943" y="816162"/>
                    <a:pt x="1114943" y="816162"/>
                  </a:cubicBezTo>
                  <a:cubicBezTo>
                    <a:pt x="1245857" y="816162"/>
                    <a:pt x="1597686" y="816162"/>
                    <a:pt x="1920878" y="816162"/>
                  </a:cubicBezTo>
                  <a:cubicBezTo>
                    <a:pt x="2329982" y="816162"/>
                    <a:pt x="2092702" y="681158"/>
                    <a:pt x="1941333" y="525699"/>
                  </a:cubicBezTo>
                  <a:close/>
                </a:path>
              </a:pathLst>
            </a:custGeom>
            <a:gradFill>
              <a:gsLst>
                <a:gs pos="0">
                  <a:srgbClr val="BFBFBF"/>
                </a:gs>
                <a:gs pos="53000">
                  <a:srgbClr val="D8D8D8"/>
                </a:gs>
                <a:gs pos="83000">
                  <a:srgbClr val="BFBFBF"/>
                </a:gs>
                <a:gs pos="100000">
                  <a:srgbClr val="BFBFBF"/>
                </a:gs>
              </a:gsLst>
              <a:lin ang="162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7" name="Google Shape;47;p59"/>
            <p:cNvSpPr/>
            <p:nvPr/>
          </p:nvSpPr>
          <p:spPr>
            <a:xfrm>
              <a:off x="2444748" y="555045"/>
              <a:ext cx="7282048" cy="4950157"/>
            </a:xfrm>
            <a:custGeom>
              <a:avLst/>
              <a:gdLst/>
              <a:ahLst/>
              <a:cxnLst/>
              <a:rect l="l" t="t" r="r" b="b"/>
              <a:pathLst>
                <a:path w="7282048" h="4950157" extrusionOk="0">
                  <a:moveTo>
                    <a:pt x="7038632" y="30683"/>
                  </a:moveTo>
                  <a:lnTo>
                    <a:pt x="3704436" y="30683"/>
                  </a:lnTo>
                  <a:lnTo>
                    <a:pt x="3589886" y="30683"/>
                  </a:lnTo>
                  <a:lnTo>
                    <a:pt x="259781" y="30683"/>
                  </a:lnTo>
                  <a:cubicBezTo>
                    <a:pt x="141141" y="30683"/>
                    <a:pt x="30683" y="128868"/>
                    <a:pt x="30683" y="259781"/>
                  </a:cubicBezTo>
                  <a:lnTo>
                    <a:pt x="30683" y="4698558"/>
                  </a:lnTo>
                  <a:cubicBezTo>
                    <a:pt x="30683" y="4829472"/>
                    <a:pt x="124777" y="4931748"/>
                    <a:pt x="239326" y="4931748"/>
                  </a:cubicBezTo>
                  <a:lnTo>
                    <a:pt x="7042723" y="4931748"/>
                  </a:lnTo>
                  <a:cubicBezTo>
                    <a:pt x="7157272" y="4931748"/>
                    <a:pt x="7251366" y="4825380"/>
                    <a:pt x="7251366" y="4698558"/>
                  </a:cubicBezTo>
                  <a:lnTo>
                    <a:pt x="7251366" y="259781"/>
                  </a:lnTo>
                  <a:cubicBezTo>
                    <a:pt x="7251366" y="128868"/>
                    <a:pt x="7157272" y="30683"/>
                    <a:pt x="7038632" y="30683"/>
                  </a:cubicBezTo>
                  <a:close/>
                </a:path>
              </a:pathLst>
            </a:custGeom>
            <a:solidFill>
              <a:srgbClr val="99999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8" name="Google Shape;48;p59"/>
            <p:cNvSpPr/>
            <p:nvPr/>
          </p:nvSpPr>
          <p:spPr>
            <a:xfrm>
              <a:off x="8706599" y="5435655"/>
              <a:ext cx="490925" cy="81821"/>
            </a:xfrm>
            <a:custGeom>
              <a:avLst/>
              <a:gdLst/>
              <a:ahLst/>
              <a:cxnLst/>
              <a:rect l="l" t="t" r="r" b="b"/>
              <a:pathLst>
                <a:path w="490924" h="81820" extrusionOk="0">
                  <a:moveTo>
                    <a:pt x="32212" y="30683"/>
                  </a:moveTo>
                  <a:cubicBezTo>
                    <a:pt x="32212" y="30683"/>
                    <a:pt x="19938" y="67502"/>
                    <a:pt x="64939" y="71593"/>
                  </a:cubicBezTo>
                  <a:lnTo>
                    <a:pt x="461771" y="71593"/>
                  </a:lnTo>
                  <a:cubicBezTo>
                    <a:pt x="461771" y="71593"/>
                    <a:pt x="502681" y="75684"/>
                    <a:pt x="498590" y="30683"/>
                  </a:cubicBezTo>
                  <a:lnTo>
                    <a:pt x="32212" y="30683"/>
                  </a:lnTo>
                  <a:close/>
                </a:path>
              </a:pathLst>
            </a:custGeom>
            <a:solidFill>
              <a:srgbClr val="99999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9" name="Google Shape;49;p59"/>
            <p:cNvSpPr/>
            <p:nvPr/>
          </p:nvSpPr>
          <p:spPr>
            <a:xfrm>
              <a:off x="2481568" y="595956"/>
              <a:ext cx="7200228" cy="4336501"/>
            </a:xfrm>
            <a:custGeom>
              <a:avLst/>
              <a:gdLst/>
              <a:ahLst/>
              <a:cxnLst/>
              <a:rect l="l" t="t" r="r" b="b"/>
              <a:pathLst>
                <a:path w="7200227" h="4336501" extrusionOk="0">
                  <a:moveTo>
                    <a:pt x="6973175" y="30683"/>
                  </a:moveTo>
                  <a:lnTo>
                    <a:pt x="3671707" y="30683"/>
                  </a:lnTo>
                  <a:lnTo>
                    <a:pt x="3561249" y="30683"/>
                  </a:lnTo>
                  <a:lnTo>
                    <a:pt x="259781" y="30683"/>
                  </a:lnTo>
                  <a:cubicBezTo>
                    <a:pt x="141141" y="30683"/>
                    <a:pt x="30683" y="112504"/>
                    <a:pt x="30683" y="231144"/>
                  </a:cubicBezTo>
                  <a:lnTo>
                    <a:pt x="30683" y="4330365"/>
                  </a:lnTo>
                  <a:lnTo>
                    <a:pt x="7185909" y="4330365"/>
                  </a:lnTo>
                  <a:lnTo>
                    <a:pt x="7185909" y="231144"/>
                  </a:lnTo>
                  <a:cubicBezTo>
                    <a:pt x="7185909" y="112504"/>
                    <a:pt x="7091815" y="30683"/>
                    <a:pt x="6973175" y="30683"/>
                  </a:cubicBezTo>
                  <a:close/>
                </a:path>
              </a:pathLst>
            </a:custGeom>
            <a:solidFill>
              <a:srgbClr val="231F2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0" name="Google Shape;50;p59"/>
            <p:cNvSpPr/>
            <p:nvPr/>
          </p:nvSpPr>
          <p:spPr>
            <a:xfrm>
              <a:off x="4968919" y="6159768"/>
              <a:ext cx="2168250" cy="122731"/>
            </a:xfrm>
            <a:custGeom>
              <a:avLst/>
              <a:gdLst/>
              <a:ahLst/>
              <a:cxnLst/>
              <a:rect l="l" t="t" r="r" b="b"/>
              <a:pathLst>
                <a:path w="2168250" h="122731" extrusionOk="0">
                  <a:moveTo>
                    <a:pt x="30683" y="34774"/>
                  </a:moveTo>
                  <a:lnTo>
                    <a:pt x="30683" y="34774"/>
                  </a:lnTo>
                  <a:cubicBezTo>
                    <a:pt x="30683" y="38865"/>
                    <a:pt x="30683" y="38865"/>
                    <a:pt x="30683" y="38865"/>
                  </a:cubicBezTo>
                  <a:lnTo>
                    <a:pt x="30683" y="38865"/>
                  </a:lnTo>
                  <a:cubicBezTo>
                    <a:pt x="30683" y="79775"/>
                    <a:pt x="96139" y="96140"/>
                    <a:pt x="263872" y="96140"/>
                  </a:cubicBezTo>
                  <a:cubicBezTo>
                    <a:pt x="591155" y="96140"/>
                    <a:pt x="942984" y="96140"/>
                    <a:pt x="1069807" y="96140"/>
                  </a:cubicBezTo>
                  <a:cubicBezTo>
                    <a:pt x="1102535" y="96140"/>
                    <a:pt x="1118899" y="96140"/>
                    <a:pt x="1118899" y="96140"/>
                  </a:cubicBezTo>
                  <a:cubicBezTo>
                    <a:pt x="1249812" y="96140"/>
                    <a:pt x="1601642" y="96140"/>
                    <a:pt x="1924834" y="96140"/>
                  </a:cubicBezTo>
                  <a:cubicBezTo>
                    <a:pt x="2092566" y="96140"/>
                    <a:pt x="2149841" y="75684"/>
                    <a:pt x="2153932" y="30683"/>
                  </a:cubicBezTo>
                  <a:lnTo>
                    <a:pt x="2137568" y="30683"/>
                  </a:lnTo>
                  <a:lnTo>
                    <a:pt x="2137568" y="30683"/>
                  </a:lnTo>
                  <a:lnTo>
                    <a:pt x="30683" y="30683"/>
                  </a:lnTo>
                  <a:close/>
                </a:path>
              </a:pathLst>
            </a:custGeom>
            <a:solidFill>
              <a:srgbClr val="7F7F7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1" name="Google Shape;51;p59"/>
            <p:cNvSpPr/>
            <p:nvPr/>
          </p:nvSpPr>
          <p:spPr>
            <a:xfrm>
              <a:off x="2481568" y="4903820"/>
              <a:ext cx="7200228" cy="572745"/>
            </a:xfrm>
            <a:custGeom>
              <a:avLst/>
              <a:gdLst/>
              <a:ahLst/>
              <a:cxnLst/>
              <a:rect l="l" t="t" r="r" b="b"/>
              <a:pathLst>
                <a:path w="7200227" h="572745" extrusionOk="0">
                  <a:moveTo>
                    <a:pt x="30683" y="362057"/>
                  </a:moveTo>
                  <a:cubicBezTo>
                    <a:pt x="30683" y="464333"/>
                    <a:pt x="141141" y="562518"/>
                    <a:pt x="259781" y="562518"/>
                  </a:cubicBezTo>
                  <a:lnTo>
                    <a:pt x="3561249" y="562518"/>
                  </a:lnTo>
                  <a:lnTo>
                    <a:pt x="3671707" y="562518"/>
                  </a:lnTo>
                  <a:lnTo>
                    <a:pt x="6973175" y="562518"/>
                  </a:lnTo>
                  <a:cubicBezTo>
                    <a:pt x="7091815" y="562518"/>
                    <a:pt x="7185909" y="464333"/>
                    <a:pt x="7185909" y="362057"/>
                  </a:cubicBezTo>
                  <a:lnTo>
                    <a:pt x="7185909" y="30683"/>
                  </a:lnTo>
                  <a:lnTo>
                    <a:pt x="30683" y="30683"/>
                  </a:lnTo>
                  <a:lnTo>
                    <a:pt x="30683" y="362057"/>
                  </a:lnTo>
                  <a:close/>
                </a:path>
              </a:pathLst>
            </a:custGeom>
            <a:solidFill>
              <a:srgbClr val="BFBFB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2" name="Google Shape;52;p59"/>
            <p:cNvSpPr/>
            <p:nvPr/>
          </p:nvSpPr>
          <p:spPr>
            <a:xfrm>
              <a:off x="2747714" y="910966"/>
              <a:ext cx="6676116" cy="3763756"/>
            </a:xfrm>
            <a:custGeom>
              <a:avLst/>
              <a:gdLst/>
              <a:ahLst/>
              <a:cxnLst/>
              <a:rect l="l" t="t" r="r" b="b"/>
              <a:pathLst>
                <a:path w="6586571" h="3763755" extrusionOk="0">
                  <a:moveTo>
                    <a:pt x="30683" y="30683"/>
                  </a:moveTo>
                  <a:lnTo>
                    <a:pt x="6564071" y="30683"/>
                  </a:lnTo>
                  <a:lnTo>
                    <a:pt x="6564071" y="3753528"/>
                  </a:lnTo>
                  <a:lnTo>
                    <a:pt x="30683" y="3753528"/>
                  </a:lnTo>
                  <a:close/>
                </a:path>
              </a:pathLst>
            </a:custGeom>
            <a:solidFill>
              <a:srgbClr val="F2F2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3" name="Google Shape;53;p59"/>
            <p:cNvSpPr/>
            <p:nvPr/>
          </p:nvSpPr>
          <p:spPr>
            <a:xfrm>
              <a:off x="5654591" y="939518"/>
              <a:ext cx="3769239" cy="3736342"/>
            </a:xfrm>
            <a:custGeom>
              <a:avLst/>
              <a:gdLst/>
              <a:ahLst/>
              <a:cxnLst/>
              <a:rect l="l" t="t" r="r" b="b"/>
              <a:pathLst>
                <a:path w="3976489" h="4035268" extrusionOk="0">
                  <a:moveTo>
                    <a:pt x="2473335" y="0"/>
                  </a:moveTo>
                  <a:lnTo>
                    <a:pt x="3976489" y="10635"/>
                  </a:lnTo>
                  <a:cubicBezTo>
                    <a:pt x="3973762" y="1342950"/>
                    <a:pt x="3971034" y="2702953"/>
                    <a:pt x="3968307" y="4035268"/>
                  </a:cubicBezTo>
                  <a:lnTo>
                    <a:pt x="0" y="4035268"/>
                  </a:lnTo>
                </a:path>
              </a:pathLst>
            </a:custGeom>
            <a:solidFill>
              <a:srgbClr val="999999">
                <a:alpha val="10196"/>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54" name="Google Shape;54;p59"/>
          <p:cNvSpPr>
            <a:spLocks noGrp="1"/>
          </p:cNvSpPr>
          <p:nvPr>
            <p:ph type="pic" idx="2"/>
          </p:nvPr>
        </p:nvSpPr>
        <p:spPr>
          <a:xfrm>
            <a:off x="967620" y="1972464"/>
            <a:ext cx="4999320" cy="2890420"/>
          </a:xfrm>
          <a:prstGeom prst="rect">
            <a:avLst/>
          </a:prstGeom>
          <a:solidFill>
            <a:srgbClr val="F2F2F2"/>
          </a:solidFill>
          <a:ln>
            <a:noFill/>
          </a:ln>
        </p:spPr>
      </p:sp>
      <p:sp>
        <p:nvSpPr>
          <p:cNvPr id="55" name="Google Shape;55;p59"/>
          <p:cNvSpPr txBox="1">
            <a:spLocks noGrp="1"/>
          </p:cNvSpPr>
          <p:nvPr>
            <p:ph type="sldNum" idx="12"/>
          </p:nvPr>
        </p:nvSpPr>
        <p:spPr>
          <a:xfrm>
            <a:off x="11409045" y="6333134"/>
            <a:ext cx="731700" cy="525000"/>
          </a:xfrm>
          <a:prstGeom prst="rect">
            <a:avLst/>
          </a:prstGeom>
        </p:spPr>
        <p:txBody>
          <a:bodyPr spcFirstLastPara="1" wrap="square" lIns="91425" tIns="91425" rIns="91425" bIns="91425" anchor="t" anchorCtr="0">
            <a:noAutofit/>
          </a:bodyPr>
          <a:lstStyle>
            <a:lvl1pPr lvl="0">
              <a:buNone/>
              <a:defRPr>
                <a:solidFill>
                  <a:srgbClr val="3F3F3F"/>
                </a:solidFill>
              </a:defRPr>
            </a:lvl1pPr>
            <a:lvl2pPr lvl="1">
              <a:buNone/>
              <a:defRPr>
                <a:solidFill>
                  <a:srgbClr val="3F3F3F"/>
                </a:solidFill>
              </a:defRPr>
            </a:lvl2pPr>
            <a:lvl3pPr lvl="2">
              <a:buNone/>
              <a:defRPr>
                <a:solidFill>
                  <a:srgbClr val="3F3F3F"/>
                </a:solidFill>
              </a:defRPr>
            </a:lvl3pPr>
            <a:lvl4pPr lvl="3">
              <a:buNone/>
              <a:defRPr>
                <a:solidFill>
                  <a:srgbClr val="3F3F3F"/>
                </a:solidFill>
              </a:defRPr>
            </a:lvl4pPr>
            <a:lvl5pPr lvl="4">
              <a:buNone/>
              <a:defRPr>
                <a:solidFill>
                  <a:srgbClr val="3F3F3F"/>
                </a:solidFill>
              </a:defRPr>
            </a:lvl5pPr>
            <a:lvl6pPr lvl="5">
              <a:buNone/>
              <a:defRPr>
                <a:solidFill>
                  <a:srgbClr val="3F3F3F"/>
                </a:solidFill>
              </a:defRPr>
            </a:lvl6pPr>
            <a:lvl7pPr lvl="6">
              <a:buNone/>
              <a:defRPr>
                <a:solidFill>
                  <a:srgbClr val="3F3F3F"/>
                </a:solidFill>
              </a:defRPr>
            </a:lvl7pPr>
            <a:lvl8pPr lvl="7">
              <a:buNone/>
              <a:defRPr>
                <a:solidFill>
                  <a:srgbClr val="3F3F3F"/>
                </a:solidFill>
              </a:defRPr>
            </a:lvl8pPr>
            <a:lvl9pPr lvl="8">
              <a:buNone/>
              <a:defRPr>
                <a:solidFill>
                  <a:srgbClr val="3F3F3F"/>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8_Contents slide layout">
  <p:cSld name="8_Contents slide layout">
    <p:bg>
      <p:bgPr>
        <a:blipFill>
          <a:blip r:embed="rId2">
            <a:alphaModFix/>
          </a:blip>
          <a:stretch>
            <a:fillRect/>
          </a:stretch>
        </a:blipFill>
        <a:effectLst/>
      </p:bgPr>
    </p:bg>
    <p:spTree>
      <p:nvGrpSpPr>
        <p:cNvPr id="1" name="Shape 56"/>
        <p:cNvGrpSpPr/>
        <p:nvPr/>
      </p:nvGrpSpPr>
      <p:grpSpPr>
        <a:xfrm>
          <a:off x="0" y="0"/>
          <a:ext cx="0" cy="0"/>
          <a:chOff x="0" y="0"/>
          <a:chExt cx="0" cy="0"/>
        </a:xfrm>
      </p:grpSpPr>
      <p:sp>
        <p:nvSpPr>
          <p:cNvPr id="57" name="Google Shape;57;p60"/>
          <p:cNvSpPr txBox="1">
            <a:spLocks noGrp="1"/>
          </p:cNvSpPr>
          <p:nvPr>
            <p:ph type="sldNum" idx="12"/>
          </p:nvPr>
        </p:nvSpPr>
        <p:spPr>
          <a:xfrm>
            <a:off x="11409045" y="6333134"/>
            <a:ext cx="731700" cy="5250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9_Contents slide layout">
  <p:cSld name="9_Contents slide layout">
    <p:spTree>
      <p:nvGrpSpPr>
        <p:cNvPr id="1" name="Shape 58"/>
        <p:cNvGrpSpPr/>
        <p:nvPr/>
      </p:nvGrpSpPr>
      <p:grpSpPr>
        <a:xfrm>
          <a:off x="0" y="0"/>
          <a:ext cx="0" cy="0"/>
          <a:chOff x="0" y="0"/>
          <a:chExt cx="0" cy="0"/>
        </a:xfrm>
      </p:grpSpPr>
      <p:sp>
        <p:nvSpPr>
          <p:cNvPr id="59" name="Google Shape;59;p61"/>
          <p:cNvSpPr>
            <a:spLocks noGrp="1"/>
          </p:cNvSpPr>
          <p:nvPr>
            <p:ph type="pic" idx="2"/>
          </p:nvPr>
        </p:nvSpPr>
        <p:spPr>
          <a:xfrm>
            <a:off x="6936000" y="0"/>
            <a:ext cx="5256000" cy="6858000"/>
          </a:xfrm>
          <a:prstGeom prst="rect">
            <a:avLst/>
          </a:prstGeom>
          <a:solidFill>
            <a:srgbClr val="F2F2F2"/>
          </a:solidFill>
          <a:ln>
            <a:noFill/>
          </a:ln>
        </p:spPr>
      </p:sp>
      <p:sp>
        <p:nvSpPr>
          <p:cNvPr id="60" name="Google Shape;60;p61"/>
          <p:cNvSpPr>
            <a:spLocks noGrp="1"/>
          </p:cNvSpPr>
          <p:nvPr>
            <p:ph type="pic" idx="3"/>
          </p:nvPr>
        </p:nvSpPr>
        <p:spPr>
          <a:xfrm>
            <a:off x="-1" y="2043000"/>
            <a:ext cx="5255999" cy="2772000"/>
          </a:xfrm>
          <a:prstGeom prst="rect">
            <a:avLst/>
          </a:prstGeom>
          <a:solidFill>
            <a:srgbClr val="F2F2F2"/>
          </a:solidFill>
          <a:ln>
            <a:noFill/>
          </a:ln>
        </p:spPr>
      </p:sp>
      <p:sp>
        <p:nvSpPr>
          <p:cNvPr id="61" name="Google Shape;61;p61"/>
          <p:cNvSpPr txBox="1">
            <a:spLocks noGrp="1"/>
          </p:cNvSpPr>
          <p:nvPr>
            <p:ph type="sldNum" idx="12"/>
          </p:nvPr>
        </p:nvSpPr>
        <p:spPr>
          <a:xfrm>
            <a:off x="11409045" y="6333134"/>
            <a:ext cx="731700" cy="5250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0_Contents slide layout">
  <p:cSld name="10_Contents slide layout">
    <p:bg>
      <p:bgPr>
        <a:blipFill>
          <a:blip r:embed="rId2">
            <a:alphaModFix/>
          </a:blip>
          <a:stretch>
            <a:fillRect/>
          </a:stretch>
        </a:blipFill>
        <a:effectLst/>
      </p:bgPr>
    </p:bg>
    <p:spTree>
      <p:nvGrpSpPr>
        <p:cNvPr id="1" name="Shape 62"/>
        <p:cNvGrpSpPr/>
        <p:nvPr/>
      </p:nvGrpSpPr>
      <p:grpSpPr>
        <a:xfrm>
          <a:off x="0" y="0"/>
          <a:ext cx="0" cy="0"/>
          <a:chOff x="0" y="0"/>
          <a:chExt cx="0" cy="0"/>
        </a:xfrm>
      </p:grpSpPr>
      <p:sp>
        <p:nvSpPr>
          <p:cNvPr id="63" name="Google Shape;63;p62"/>
          <p:cNvSpPr txBox="1">
            <a:spLocks noGrp="1"/>
          </p:cNvSpPr>
          <p:nvPr>
            <p:ph type="sldNum" idx="12"/>
          </p:nvPr>
        </p:nvSpPr>
        <p:spPr>
          <a:xfrm>
            <a:off x="11409045" y="6333134"/>
            <a:ext cx="731700" cy="5250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1_Contents slide layout">
  <p:cSld name="11_Contents slide layout">
    <p:spTree>
      <p:nvGrpSpPr>
        <p:cNvPr id="1" name="Shape 64"/>
        <p:cNvGrpSpPr/>
        <p:nvPr/>
      </p:nvGrpSpPr>
      <p:grpSpPr>
        <a:xfrm>
          <a:off x="0" y="0"/>
          <a:ext cx="0" cy="0"/>
          <a:chOff x="0" y="0"/>
          <a:chExt cx="0" cy="0"/>
        </a:xfrm>
      </p:grpSpPr>
      <p:sp>
        <p:nvSpPr>
          <p:cNvPr id="65" name="Google Shape;65;p63"/>
          <p:cNvSpPr>
            <a:spLocks noGrp="1"/>
          </p:cNvSpPr>
          <p:nvPr>
            <p:ph type="pic" idx="2"/>
          </p:nvPr>
        </p:nvSpPr>
        <p:spPr>
          <a:xfrm>
            <a:off x="211516" y="216000"/>
            <a:ext cx="5228944" cy="6426000"/>
          </a:xfrm>
          <a:prstGeom prst="rect">
            <a:avLst/>
          </a:prstGeom>
          <a:solidFill>
            <a:srgbClr val="F2F2F2"/>
          </a:solidFill>
          <a:ln>
            <a:noFill/>
          </a:ln>
        </p:spPr>
      </p:sp>
      <p:sp>
        <p:nvSpPr>
          <p:cNvPr id="66" name="Google Shape;66;p63"/>
          <p:cNvSpPr/>
          <p:nvPr/>
        </p:nvSpPr>
        <p:spPr>
          <a:xfrm>
            <a:off x="0" y="0"/>
            <a:ext cx="216000" cy="68580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67" name="Google Shape;67;p63"/>
          <p:cNvSpPr/>
          <p:nvPr/>
        </p:nvSpPr>
        <p:spPr>
          <a:xfrm>
            <a:off x="11976000" y="0"/>
            <a:ext cx="216000" cy="68580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68" name="Google Shape;68;p63"/>
          <p:cNvSpPr/>
          <p:nvPr/>
        </p:nvSpPr>
        <p:spPr>
          <a:xfrm>
            <a:off x="0" y="0"/>
            <a:ext cx="12192000" cy="2160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69" name="Google Shape;69;p63"/>
          <p:cNvSpPr/>
          <p:nvPr/>
        </p:nvSpPr>
        <p:spPr>
          <a:xfrm>
            <a:off x="0" y="6642000"/>
            <a:ext cx="12192000" cy="2160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70" name="Google Shape;70;p63"/>
          <p:cNvSpPr txBox="1">
            <a:spLocks noGrp="1"/>
          </p:cNvSpPr>
          <p:nvPr>
            <p:ph type="sldNum" idx="12"/>
          </p:nvPr>
        </p:nvSpPr>
        <p:spPr>
          <a:xfrm>
            <a:off x="11409045" y="6333134"/>
            <a:ext cx="731700" cy="5250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2_Contents slide layout">
  <p:cSld name="12_Contents slide layout">
    <p:bg>
      <p:bgPr>
        <a:blipFill>
          <a:blip r:embed="rId2">
            <a:alphaModFix/>
          </a:blip>
          <a:stretch>
            <a:fillRect/>
          </a:stretch>
        </a:blipFill>
        <a:effectLst/>
      </p:bgPr>
    </p:bg>
    <p:spTree>
      <p:nvGrpSpPr>
        <p:cNvPr id="1" name="Shape 71"/>
        <p:cNvGrpSpPr/>
        <p:nvPr/>
      </p:nvGrpSpPr>
      <p:grpSpPr>
        <a:xfrm>
          <a:off x="0" y="0"/>
          <a:ext cx="0" cy="0"/>
          <a:chOff x="0" y="0"/>
          <a:chExt cx="0" cy="0"/>
        </a:xfrm>
      </p:grpSpPr>
      <p:sp>
        <p:nvSpPr>
          <p:cNvPr id="72" name="Google Shape;72;p64"/>
          <p:cNvSpPr txBox="1">
            <a:spLocks noGrp="1"/>
          </p:cNvSpPr>
          <p:nvPr>
            <p:ph type="sldNum" idx="12"/>
          </p:nvPr>
        </p:nvSpPr>
        <p:spPr>
          <a:xfrm>
            <a:off x="11409045" y="6333134"/>
            <a:ext cx="731700" cy="5250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3_Contents slide layout">
  <p:cSld name="13_Contents slide layout">
    <p:spTree>
      <p:nvGrpSpPr>
        <p:cNvPr id="1" name="Shape 73"/>
        <p:cNvGrpSpPr/>
        <p:nvPr/>
      </p:nvGrpSpPr>
      <p:grpSpPr>
        <a:xfrm>
          <a:off x="0" y="0"/>
          <a:ext cx="0" cy="0"/>
          <a:chOff x="0" y="0"/>
          <a:chExt cx="0" cy="0"/>
        </a:xfrm>
      </p:grpSpPr>
      <p:grpSp>
        <p:nvGrpSpPr>
          <p:cNvPr id="74" name="Google Shape;74;p65"/>
          <p:cNvGrpSpPr/>
          <p:nvPr/>
        </p:nvGrpSpPr>
        <p:grpSpPr>
          <a:xfrm rot="-992458">
            <a:off x="1230145" y="1088987"/>
            <a:ext cx="2580306" cy="4655566"/>
            <a:chOff x="4789978" y="1099366"/>
            <a:chExt cx="2580306" cy="4655566"/>
          </a:xfrm>
        </p:grpSpPr>
        <p:sp>
          <p:nvSpPr>
            <p:cNvPr id="75" name="Google Shape;75;p65"/>
            <p:cNvSpPr/>
            <p:nvPr/>
          </p:nvSpPr>
          <p:spPr>
            <a:xfrm>
              <a:off x="4793972" y="1099366"/>
              <a:ext cx="2573455" cy="4655566"/>
            </a:xfrm>
            <a:custGeom>
              <a:avLst/>
              <a:gdLst/>
              <a:ahLst/>
              <a:cxnLst/>
              <a:rect l="l" t="t" r="r" b="b"/>
              <a:pathLst>
                <a:path w="3387838" h="6858875" extrusionOk="0">
                  <a:moveTo>
                    <a:pt x="2940654" y="6858876"/>
                  </a:moveTo>
                  <a:lnTo>
                    <a:pt x="447185" y="6858876"/>
                  </a:lnTo>
                  <a:cubicBezTo>
                    <a:pt x="200216" y="6858876"/>
                    <a:pt x="0" y="6658660"/>
                    <a:pt x="0" y="6411691"/>
                  </a:cubicBezTo>
                  <a:lnTo>
                    <a:pt x="0" y="447185"/>
                  </a:lnTo>
                  <a:cubicBezTo>
                    <a:pt x="67" y="200216"/>
                    <a:pt x="200216" y="0"/>
                    <a:pt x="447185" y="0"/>
                  </a:cubicBezTo>
                  <a:lnTo>
                    <a:pt x="2940654" y="0"/>
                  </a:lnTo>
                  <a:cubicBezTo>
                    <a:pt x="3187622" y="0"/>
                    <a:pt x="3387838" y="200216"/>
                    <a:pt x="3387838" y="447185"/>
                  </a:cubicBezTo>
                  <a:lnTo>
                    <a:pt x="3387838" y="6411759"/>
                  </a:lnTo>
                  <a:cubicBezTo>
                    <a:pt x="3387771" y="6658660"/>
                    <a:pt x="3187555" y="6858876"/>
                    <a:pt x="2940654" y="6858876"/>
                  </a:cubicBezTo>
                  <a:close/>
                </a:path>
              </a:pathLst>
            </a:custGeom>
            <a:solidFill>
              <a:srgbClr val="D0D4D8"/>
            </a:solidFill>
            <a:ln>
              <a:noFill/>
            </a:ln>
            <a:effectLst>
              <a:outerShdw blurRad="635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6" name="Google Shape;76;p65"/>
            <p:cNvSpPr/>
            <p:nvPr/>
          </p:nvSpPr>
          <p:spPr>
            <a:xfrm>
              <a:off x="4828452" y="1123785"/>
              <a:ext cx="2504495" cy="4606685"/>
            </a:xfrm>
            <a:custGeom>
              <a:avLst/>
              <a:gdLst/>
              <a:ahLst/>
              <a:cxnLst/>
              <a:rect l="l" t="t" r="r" b="b"/>
              <a:pathLst>
                <a:path w="3305986" h="6786860" extrusionOk="0">
                  <a:moveTo>
                    <a:pt x="2858870" y="6786860"/>
                  </a:moveTo>
                  <a:lnTo>
                    <a:pt x="447185" y="6786860"/>
                  </a:lnTo>
                  <a:cubicBezTo>
                    <a:pt x="200216" y="6786860"/>
                    <a:pt x="0" y="6586644"/>
                    <a:pt x="0" y="6339676"/>
                  </a:cubicBezTo>
                  <a:lnTo>
                    <a:pt x="0" y="447185"/>
                  </a:lnTo>
                  <a:cubicBezTo>
                    <a:pt x="0" y="200216"/>
                    <a:pt x="200216" y="0"/>
                    <a:pt x="447185" y="0"/>
                  </a:cubicBezTo>
                  <a:lnTo>
                    <a:pt x="2858802" y="0"/>
                  </a:lnTo>
                  <a:cubicBezTo>
                    <a:pt x="3105771" y="0"/>
                    <a:pt x="3305987" y="200216"/>
                    <a:pt x="3305987" y="447185"/>
                  </a:cubicBezTo>
                  <a:lnTo>
                    <a:pt x="3305987" y="6339743"/>
                  </a:lnTo>
                  <a:cubicBezTo>
                    <a:pt x="3305987" y="6586644"/>
                    <a:pt x="3105771" y="6786860"/>
                    <a:pt x="2858870" y="6786860"/>
                  </a:cubicBezTo>
                  <a:close/>
                </a:path>
              </a:pathLst>
            </a:custGeom>
            <a:solidFill>
              <a:srgbClr val="070808"/>
            </a:solidFill>
            <a:ln>
              <a:noFill/>
            </a:ln>
            <a:effectLst>
              <a:outerShdw blurRad="635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7" name="Google Shape;77;p65"/>
            <p:cNvSpPr/>
            <p:nvPr/>
          </p:nvSpPr>
          <p:spPr>
            <a:xfrm>
              <a:off x="4888657" y="1203120"/>
              <a:ext cx="2384085" cy="4448058"/>
            </a:xfrm>
            <a:custGeom>
              <a:avLst/>
              <a:gdLst/>
              <a:ahLst/>
              <a:cxnLst/>
              <a:rect l="l" t="t" r="r" b="b"/>
              <a:pathLst>
                <a:path w="3006269" h="6553162" extrusionOk="0">
                  <a:moveTo>
                    <a:pt x="2682906" y="0"/>
                  </a:moveTo>
                  <a:lnTo>
                    <a:pt x="2383121" y="0"/>
                  </a:lnTo>
                  <a:cubicBezTo>
                    <a:pt x="2367761" y="0"/>
                    <a:pt x="2355366" y="12463"/>
                    <a:pt x="2355366" y="27755"/>
                  </a:cubicBezTo>
                  <a:lnTo>
                    <a:pt x="2355366" y="27755"/>
                  </a:lnTo>
                  <a:cubicBezTo>
                    <a:pt x="2355366" y="146322"/>
                    <a:pt x="2259233" y="242523"/>
                    <a:pt x="2140599" y="242523"/>
                  </a:cubicBezTo>
                  <a:lnTo>
                    <a:pt x="852197" y="242523"/>
                  </a:lnTo>
                  <a:cubicBezTo>
                    <a:pt x="733631" y="242523"/>
                    <a:pt x="637430" y="146389"/>
                    <a:pt x="637430" y="27755"/>
                  </a:cubicBezTo>
                  <a:lnTo>
                    <a:pt x="637430" y="27755"/>
                  </a:lnTo>
                  <a:cubicBezTo>
                    <a:pt x="637430" y="12396"/>
                    <a:pt x="624967" y="0"/>
                    <a:pt x="609675" y="0"/>
                  </a:cubicBezTo>
                  <a:lnTo>
                    <a:pt x="323363" y="0"/>
                  </a:lnTo>
                  <a:cubicBezTo>
                    <a:pt x="144772" y="0"/>
                    <a:pt x="0" y="144773"/>
                    <a:pt x="0" y="323363"/>
                  </a:cubicBezTo>
                  <a:lnTo>
                    <a:pt x="0" y="6229799"/>
                  </a:lnTo>
                  <a:cubicBezTo>
                    <a:pt x="0" y="6408390"/>
                    <a:pt x="144772" y="6553163"/>
                    <a:pt x="323363" y="6553163"/>
                  </a:cubicBezTo>
                  <a:lnTo>
                    <a:pt x="2682906" y="6553163"/>
                  </a:lnTo>
                  <a:cubicBezTo>
                    <a:pt x="2861497" y="6553163"/>
                    <a:pt x="3006269" y="6408390"/>
                    <a:pt x="3006269" y="6229799"/>
                  </a:cubicBezTo>
                  <a:lnTo>
                    <a:pt x="3006269" y="323363"/>
                  </a:lnTo>
                  <a:cubicBezTo>
                    <a:pt x="3006269" y="144773"/>
                    <a:pt x="2861497" y="0"/>
                    <a:pt x="2682906" y="0"/>
                  </a:cubicBezTo>
                  <a:close/>
                </a:path>
              </a:pathLst>
            </a:custGeom>
            <a:solidFill>
              <a:srgbClr val="D8D8D8"/>
            </a:solidFill>
            <a:ln>
              <a:noFill/>
            </a:ln>
            <a:effectLst>
              <a:outerShdw blurRad="635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8" name="Google Shape;78;p65"/>
            <p:cNvSpPr/>
            <p:nvPr/>
          </p:nvSpPr>
          <p:spPr>
            <a:xfrm>
              <a:off x="4790433" y="1761624"/>
              <a:ext cx="18006" cy="158625"/>
            </a:xfrm>
            <a:custGeom>
              <a:avLst/>
              <a:gdLst/>
              <a:ahLst/>
              <a:cxnLst/>
              <a:rect l="l" t="t" r="r" b="b"/>
              <a:pathLst>
                <a:path w="23982" h="233697" extrusionOk="0">
                  <a:moveTo>
                    <a:pt x="15158" y="233697"/>
                  </a:moveTo>
                  <a:lnTo>
                    <a:pt x="0" y="233697"/>
                  </a:lnTo>
                  <a:lnTo>
                    <a:pt x="0" y="0"/>
                  </a:lnTo>
                  <a:lnTo>
                    <a:pt x="15158" y="0"/>
                  </a:lnTo>
                  <a:cubicBezTo>
                    <a:pt x="20008" y="0"/>
                    <a:pt x="23983" y="3975"/>
                    <a:pt x="23983" y="8825"/>
                  </a:cubicBezTo>
                  <a:lnTo>
                    <a:pt x="23983" y="224805"/>
                  </a:lnTo>
                  <a:cubicBezTo>
                    <a:pt x="23983" y="229723"/>
                    <a:pt x="20008" y="233697"/>
                    <a:pt x="15158" y="233697"/>
                  </a:cubicBezTo>
                  <a:close/>
                </a:path>
              </a:pathLst>
            </a:custGeom>
            <a:solidFill>
              <a:srgbClr val="364551"/>
            </a:solidFill>
            <a:ln>
              <a:noFill/>
            </a:ln>
            <a:effectLst>
              <a:outerShdw blurRad="635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9" name="Google Shape;79;p65"/>
            <p:cNvSpPr/>
            <p:nvPr/>
          </p:nvSpPr>
          <p:spPr>
            <a:xfrm>
              <a:off x="4790433" y="2101968"/>
              <a:ext cx="25137" cy="316382"/>
            </a:xfrm>
            <a:custGeom>
              <a:avLst/>
              <a:gdLst/>
              <a:ahLst/>
              <a:cxnLst/>
              <a:rect l="l" t="t" r="r" b="b"/>
              <a:pathLst>
                <a:path w="33481" h="466115" extrusionOk="0">
                  <a:moveTo>
                    <a:pt x="24656" y="466115"/>
                  </a:moveTo>
                  <a:lnTo>
                    <a:pt x="10105" y="466115"/>
                  </a:lnTo>
                  <a:cubicBezTo>
                    <a:pt x="4514" y="466115"/>
                    <a:pt x="0" y="461601"/>
                    <a:pt x="0" y="456010"/>
                  </a:cubicBezTo>
                  <a:lnTo>
                    <a:pt x="0" y="10105"/>
                  </a:lnTo>
                  <a:cubicBezTo>
                    <a:pt x="0" y="4514"/>
                    <a:pt x="4514" y="0"/>
                    <a:pt x="10105" y="0"/>
                  </a:cubicBezTo>
                  <a:lnTo>
                    <a:pt x="24656" y="0"/>
                  </a:lnTo>
                  <a:cubicBezTo>
                    <a:pt x="29507" y="0"/>
                    <a:pt x="33482" y="3975"/>
                    <a:pt x="33482" y="8825"/>
                  </a:cubicBezTo>
                  <a:lnTo>
                    <a:pt x="33482" y="457223"/>
                  </a:lnTo>
                  <a:cubicBezTo>
                    <a:pt x="33482" y="462140"/>
                    <a:pt x="29507" y="466115"/>
                    <a:pt x="24656" y="466115"/>
                  </a:cubicBezTo>
                  <a:close/>
                </a:path>
              </a:pathLst>
            </a:custGeom>
            <a:solidFill>
              <a:srgbClr val="364551"/>
            </a:solidFill>
            <a:ln>
              <a:noFill/>
            </a:ln>
            <a:effectLst>
              <a:outerShdw blurRad="635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80" name="Google Shape;80;p65"/>
            <p:cNvSpPr/>
            <p:nvPr/>
          </p:nvSpPr>
          <p:spPr>
            <a:xfrm>
              <a:off x="4790484" y="2124694"/>
              <a:ext cx="14213" cy="264940"/>
            </a:xfrm>
            <a:custGeom>
              <a:avLst/>
              <a:gdLst/>
              <a:ahLst/>
              <a:cxnLst/>
              <a:rect l="l" t="t" r="r" b="b"/>
              <a:pathLst>
                <a:path w="18930" h="390326" extrusionOk="0">
                  <a:moveTo>
                    <a:pt x="17650" y="390327"/>
                  </a:moveTo>
                  <a:lnTo>
                    <a:pt x="1886" y="390327"/>
                  </a:lnTo>
                  <a:cubicBezTo>
                    <a:pt x="808" y="390327"/>
                    <a:pt x="0" y="389451"/>
                    <a:pt x="0" y="388440"/>
                  </a:cubicBezTo>
                  <a:lnTo>
                    <a:pt x="0" y="1886"/>
                  </a:lnTo>
                  <a:cubicBezTo>
                    <a:pt x="0" y="808"/>
                    <a:pt x="876" y="0"/>
                    <a:pt x="1886" y="0"/>
                  </a:cubicBezTo>
                  <a:lnTo>
                    <a:pt x="17650" y="0"/>
                  </a:lnTo>
                  <a:cubicBezTo>
                    <a:pt x="18324" y="0"/>
                    <a:pt x="18930" y="539"/>
                    <a:pt x="18930" y="1280"/>
                  </a:cubicBezTo>
                  <a:lnTo>
                    <a:pt x="18930" y="389047"/>
                  </a:lnTo>
                  <a:cubicBezTo>
                    <a:pt x="18930" y="389788"/>
                    <a:pt x="18324" y="390327"/>
                    <a:pt x="17650" y="390327"/>
                  </a:cubicBezTo>
                  <a:close/>
                </a:path>
              </a:pathLst>
            </a:custGeom>
            <a:solidFill>
              <a:srgbClr val="FAFDFF"/>
            </a:solidFill>
            <a:ln>
              <a:noFill/>
            </a:ln>
            <a:effectLst>
              <a:outerShdw blurRad="635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81" name="Google Shape;81;p65"/>
            <p:cNvSpPr/>
            <p:nvPr/>
          </p:nvSpPr>
          <p:spPr>
            <a:xfrm>
              <a:off x="4789978" y="2524437"/>
              <a:ext cx="25137" cy="316382"/>
            </a:xfrm>
            <a:custGeom>
              <a:avLst/>
              <a:gdLst/>
              <a:ahLst/>
              <a:cxnLst/>
              <a:rect l="l" t="t" r="r" b="b"/>
              <a:pathLst>
                <a:path w="33481" h="466114" extrusionOk="0">
                  <a:moveTo>
                    <a:pt x="24656" y="466115"/>
                  </a:moveTo>
                  <a:lnTo>
                    <a:pt x="10105" y="466115"/>
                  </a:lnTo>
                  <a:cubicBezTo>
                    <a:pt x="4514" y="466115"/>
                    <a:pt x="0" y="461601"/>
                    <a:pt x="0" y="456010"/>
                  </a:cubicBezTo>
                  <a:lnTo>
                    <a:pt x="0" y="10105"/>
                  </a:lnTo>
                  <a:cubicBezTo>
                    <a:pt x="0" y="4514"/>
                    <a:pt x="4514" y="0"/>
                    <a:pt x="10105" y="0"/>
                  </a:cubicBezTo>
                  <a:lnTo>
                    <a:pt x="24656" y="0"/>
                  </a:lnTo>
                  <a:cubicBezTo>
                    <a:pt x="29507" y="0"/>
                    <a:pt x="33482" y="3975"/>
                    <a:pt x="33482" y="8825"/>
                  </a:cubicBezTo>
                  <a:lnTo>
                    <a:pt x="33482" y="457222"/>
                  </a:lnTo>
                  <a:cubicBezTo>
                    <a:pt x="33482" y="462208"/>
                    <a:pt x="29507" y="466115"/>
                    <a:pt x="24656" y="466115"/>
                  </a:cubicBezTo>
                  <a:close/>
                </a:path>
              </a:pathLst>
            </a:custGeom>
            <a:solidFill>
              <a:srgbClr val="364551"/>
            </a:solidFill>
            <a:ln>
              <a:noFill/>
            </a:ln>
            <a:effectLst>
              <a:outerShdw blurRad="635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82" name="Google Shape;82;p65"/>
            <p:cNvSpPr/>
            <p:nvPr/>
          </p:nvSpPr>
          <p:spPr>
            <a:xfrm>
              <a:off x="4789978" y="2547163"/>
              <a:ext cx="14213" cy="264940"/>
            </a:xfrm>
            <a:custGeom>
              <a:avLst/>
              <a:gdLst/>
              <a:ahLst/>
              <a:cxnLst/>
              <a:rect l="l" t="t" r="r" b="b"/>
              <a:pathLst>
                <a:path w="18930" h="390326" extrusionOk="0">
                  <a:moveTo>
                    <a:pt x="17718" y="390327"/>
                  </a:moveTo>
                  <a:lnTo>
                    <a:pt x="1886" y="390327"/>
                  </a:lnTo>
                  <a:cubicBezTo>
                    <a:pt x="808" y="390327"/>
                    <a:pt x="0" y="389451"/>
                    <a:pt x="0" y="388440"/>
                  </a:cubicBezTo>
                  <a:lnTo>
                    <a:pt x="0" y="1886"/>
                  </a:lnTo>
                  <a:cubicBezTo>
                    <a:pt x="0" y="808"/>
                    <a:pt x="876" y="0"/>
                    <a:pt x="1886" y="0"/>
                  </a:cubicBezTo>
                  <a:lnTo>
                    <a:pt x="17650" y="0"/>
                  </a:lnTo>
                  <a:cubicBezTo>
                    <a:pt x="18324" y="0"/>
                    <a:pt x="18930" y="539"/>
                    <a:pt x="18930" y="1280"/>
                  </a:cubicBezTo>
                  <a:lnTo>
                    <a:pt x="18930" y="389047"/>
                  </a:lnTo>
                  <a:cubicBezTo>
                    <a:pt x="18930" y="389788"/>
                    <a:pt x="18391" y="390327"/>
                    <a:pt x="17718" y="390327"/>
                  </a:cubicBezTo>
                  <a:close/>
                </a:path>
              </a:pathLst>
            </a:custGeom>
            <a:solidFill>
              <a:srgbClr val="FAFDFF"/>
            </a:solidFill>
            <a:ln>
              <a:noFill/>
            </a:ln>
            <a:effectLst>
              <a:outerShdw blurRad="635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83" name="Google Shape;83;p65"/>
            <p:cNvSpPr/>
            <p:nvPr/>
          </p:nvSpPr>
          <p:spPr>
            <a:xfrm>
              <a:off x="7345147" y="2208099"/>
              <a:ext cx="25137" cy="512047"/>
            </a:xfrm>
            <a:custGeom>
              <a:avLst/>
              <a:gdLst/>
              <a:ahLst/>
              <a:cxnLst/>
              <a:rect l="l" t="t" r="r" b="b"/>
              <a:pathLst>
                <a:path w="33481" h="754380" extrusionOk="0">
                  <a:moveTo>
                    <a:pt x="24656" y="754380"/>
                  </a:moveTo>
                  <a:lnTo>
                    <a:pt x="10105" y="754380"/>
                  </a:lnTo>
                  <a:cubicBezTo>
                    <a:pt x="4514" y="754380"/>
                    <a:pt x="0" y="749866"/>
                    <a:pt x="0" y="744275"/>
                  </a:cubicBezTo>
                  <a:lnTo>
                    <a:pt x="0" y="10105"/>
                  </a:lnTo>
                  <a:cubicBezTo>
                    <a:pt x="0" y="4514"/>
                    <a:pt x="4514" y="0"/>
                    <a:pt x="10105" y="0"/>
                  </a:cubicBezTo>
                  <a:lnTo>
                    <a:pt x="24656" y="0"/>
                  </a:lnTo>
                  <a:cubicBezTo>
                    <a:pt x="29507" y="0"/>
                    <a:pt x="33482" y="3975"/>
                    <a:pt x="33482" y="8825"/>
                  </a:cubicBezTo>
                  <a:lnTo>
                    <a:pt x="33482" y="745555"/>
                  </a:lnTo>
                  <a:cubicBezTo>
                    <a:pt x="33482" y="750405"/>
                    <a:pt x="29507" y="754380"/>
                    <a:pt x="24656" y="754380"/>
                  </a:cubicBezTo>
                  <a:close/>
                </a:path>
              </a:pathLst>
            </a:custGeom>
            <a:solidFill>
              <a:srgbClr val="8A9096"/>
            </a:solidFill>
            <a:ln>
              <a:noFill/>
            </a:ln>
            <a:effectLst>
              <a:outerShdw blurRad="635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84" name="Google Shape;84;p65"/>
            <p:cNvSpPr/>
            <p:nvPr/>
          </p:nvSpPr>
          <p:spPr>
            <a:xfrm>
              <a:off x="7356071" y="2244908"/>
              <a:ext cx="14213" cy="428779"/>
            </a:xfrm>
            <a:custGeom>
              <a:avLst/>
              <a:gdLst/>
              <a:ahLst/>
              <a:cxnLst/>
              <a:rect l="l" t="t" r="r" b="b"/>
              <a:pathLst>
                <a:path w="18930" h="631704" extrusionOk="0">
                  <a:moveTo>
                    <a:pt x="17650" y="631704"/>
                  </a:moveTo>
                  <a:lnTo>
                    <a:pt x="1886" y="631704"/>
                  </a:lnTo>
                  <a:cubicBezTo>
                    <a:pt x="808" y="631704"/>
                    <a:pt x="0" y="630828"/>
                    <a:pt x="0" y="629818"/>
                  </a:cubicBezTo>
                  <a:lnTo>
                    <a:pt x="0" y="1886"/>
                  </a:lnTo>
                  <a:cubicBezTo>
                    <a:pt x="0" y="808"/>
                    <a:pt x="876" y="0"/>
                    <a:pt x="1886" y="0"/>
                  </a:cubicBezTo>
                  <a:lnTo>
                    <a:pt x="17650" y="0"/>
                  </a:lnTo>
                  <a:cubicBezTo>
                    <a:pt x="18324" y="0"/>
                    <a:pt x="18930" y="539"/>
                    <a:pt x="18930" y="1280"/>
                  </a:cubicBezTo>
                  <a:lnTo>
                    <a:pt x="18930" y="630491"/>
                  </a:lnTo>
                  <a:cubicBezTo>
                    <a:pt x="18863" y="631098"/>
                    <a:pt x="18324" y="631704"/>
                    <a:pt x="17650" y="631704"/>
                  </a:cubicBezTo>
                  <a:close/>
                </a:path>
              </a:pathLst>
            </a:custGeom>
            <a:solidFill>
              <a:srgbClr val="4A4C4D"/>
            </a:solidFill>
            <a:ln>
              <a:noFill/>
            </a:ln>
            <a:effectLst>
              <a:outerShdw blurRad="635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85" name="Google Shape;85;p65"/>
            <p:cNvSpPr/>
            <p:nvPr/>
          </p:nvSpPr>
          <p:spPr>
            <a:xfrm>
              <a:off x="7349951" y="3279292"/>
              <a:ext cx="20333" cy="350907"/>
            </a:xfrm>
            <a:custGeom>
              <a:avLst/>
              <a:gdLst/>
              <a:ahLst/>
              <a:cxnLst/>
              <a:rect l="l" t="t" r="r" b="b"/>
              <a:pathLst>
                <a:path w="27081" h="516977" extrusionOk="0">
                  <a:moveTo>
                    <a:pt x="18257" y="516977"/>
                  </a:moveTo>
                  <a:lnTo>
                    <a:pt x="10105" y="516977"/>
                  </a:lnTo>
                  <a:cubicBezTo>
                    <a:pt x="4514" y="516977"/>
                    <a:pt x="0" y="512464"/>
                    <a:pt x="0" y="506872"/>
                  </a:cubicBezTo>
                  <a:lnTo>
                    <a:pt x="0" y="10105"/>
                  </a:lnTo>
                  <a:cubicBezTo>
                    <a:pt x="0" y="4514"/>
                    <a:pt x="4514" y="0"/>
                    <a:pt x="10105" y="0"/>
                  </a:cubicBezTo>
                  <a:lnTo>
                    <a:pt x="18257" y="0"/>
                  </a:lnTo>
                  <a:cubicBezTo>
                    <a:pt x="23107" y="0"/>
                    <a:pt x="27082" y="3975"/>
                    <a:pt x="27082" y="8825"/>
                  </a:cubicBezTo>
                  <a:lnTo>
                    <a:pt x="27082" y="508152"/>
                  </a:lnTo>
                  <a:cubicBezTo>
                    <a:pt x="27082" y="513003"/>
                    <a:pt x="23107" y="516977"/>
                    <a:pt x="18257" y="516977"/>
                  </a:cubicBezTo>
                  <a:close/>
                </a:path>
              </a:pathLst>
            </a:custGeom>
            <a:solidFill>
              <a:srgbClr val="8A9096"/>
            </a:solidFill>
            <a:ln>
              <a:noFill/>
            </a:ln>
            <a:effectLst>
              <a:outerShdw blurRad="635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86" name="Google Shape;86;p65"/>
            <p:cNvSpPr/>
            <p:nvPr/>
          </p:nvSpPr>
          <p:spPr>
            <a:xfrm>
              <a:off x="7358753" y="3304487"/>
              <a:ext cx="11531" cy="293839"/>
            </a:xfrm>
            <a:custGeom>
              <a:avLst/>
              <a:gdLst/>
              <a:ahLst/>
              <a:cxnLst/>
              <a:rect l="l" t="t" r="r" b="b"/>
              <a:pathLst>
                <a:path w="15359" h="432902" extrusionOk="0">
                  <a:moveTo>
                    <a:pt x="14080" y="432903"/>
                  </a:moveTo>
                  <a:lnTo>
                    <a:pt x="1886" y="432903"/>
                  </a:lnTo>
                  <a:cubicBezTo>
                    <a:pt x="808" y="432903"/>
                    <a:pt x="0" y="432027"/>
                    <a:pt x="0" y="431016"/>
                  </a:cubicBezTo>
                  <a:lnTo>
                    <a:pt x="0" y="1886"/>
                  </a:lnTo>
                  <a:cubicBezTo>
                    <a:pt x="0" y="808"/>
                    <a:pt x="876" y="0"/>
                    <a:pt x="1886" y="0"/>
                  </a:cubicBezTo>
                  <a:lnTo>
                    <a:pt x="14080" y="0"/>
                  </a:lnTo>
                  <a:cubicBezTo>
                    <a:pt x="14753" y="0"/>
                    <a:pt x="15360" y="539"/>
                    <a:pt x="15360" y="1280"/>
                  </a:cubicBezTo>
                  <a:lnTo>
                    <a:pt x="15360" y="431690"/>
                  </a:lnTo>
                  <a:cubicBezTo>
                    <a:pt x="15360" y="432364"/>
                    <a:pt x="14821" y="432903"/>
                    <a:pt x="14080" y="432903"/>
                  </a:cubicBezTo>
                  <a:close/>
                </a:path>
              </a:pathLst>
            </a:custGeom>
            <a:solidFill>
              <a:srgbClr val="4A4C4D"/>
            </a:solidFill>
            <a:ln>
              <a:noFill/>
            </a:ln>
            <a:effectLst>
              <a:outerShdw blurRad="635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nvGrpSpPr>
            <p:cNvPr id="87" name="Google Shape;87;p65"/>
            <p:cNvGrpSpPr/>
            <p:nvPr/>
          </p:nvGrpSpPr>
          <p:grpSpPr>
            <a:xfrm>
              <a:off x="6503099" y="1178658"/>
              <a:ext cx="131097" cy="134444"/>
              <a:chOff x="6503099" y="1195231"/>
              <a:chExt cx="119701" cy="108213"/>
            </a:xfrm>
          </p:grpSpPr>
          <p:sp>
            <p:nvSpPr>
              <p:cNvPr id="88" name="Google Shape;88;p65"/>
              <p:cNvSpPr/>
              <p:nvPr/>
            </p:nvSpPr>
            <p:spPr>
              <a:xfrm>
                <a:off x="6503099" y="1195231"/>
                <a:ext cx="119701" cy="108213"/>
              </a:xfrm>
              <a:prstGeom prst="ellipse">
                <a:avLst/>
              </a:prstGeom>
              <a:solidFill>
                <a:srgbClr val="A5A5A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89" name="Google Shape;89;p65"/>
              <p:cNvSpPr/>
              <p:nvPr/>
            </p:nvSpPr>
            <p:spPr>
              <a:xfrm>
                <a:off x="6510581" y="1201994"/>
                <a:ext cx="104739" cy="94686"/>
              </a:xfrm>
              <a:prstGeom prst="ellipse">
                <a:avLst/>
              </a:prstGeom>
              <a:solidFill>
                <a:srgbClr val="07080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0" name="Google Shape;90;p65"/>
              <p:cNvSpPr/>
              <p:nvPr/>
            </p:nvSpPr>
            <p:spPr>
              <a:xfrm>
                <a:off x="6537065" y="1225936"/>
                <a:ext cx="51770" cy="46802"/>
              </a:xfrm>
              <a:prstGeom prst="ellipse">
                <a:avLst/>
              </a:prstGeom>
              <a:solidFill>
                <a:srgbClr val="26262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1" name="Google Shape;91;p65"/>
              <p:cNvSpPr/>
              <p:nvPr/>
            </p:nvSpPr>
            <p:spPr>
              <a:xfrm>
                <a:off x="6549220" y="1236925"/>
                <a:ext cx="27463" cy="24827"/>
              </a:xfrm>
              <a:prstGeom prst="ellipse">
                <a:avLst/>
              </a:prstGeom>
              <a:solidFill>
                <a:srgbClr val="08142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92" name="Google Shape;92;p65"/>
            <p:cNvSpPr/>
            <p:nvPr/>
          </p:nvSpPr>
          <p:spPr>
            <a:xfrm flipH="1">
              <a:off x="4792220" y="1780535"/>
              <a:ext cx="9559" cy="120803"/>
            </a:xfrm>
            <a:custGeom>
              <a:avLst/>
              <a:gdLst/>
              <a:ahLst/>
              <a:cxnLst/>
              <a:rect l="l" t="t" r="r" b="b"/>
              <a:pathLst>
                <a:path w="18930" h="390326" extrusionOk="0">
                  <a:moveTo>
                    <a:pt x="17650" y="390327"/>
                  </a:moveTo>
                  <a:lnTo>
                    <a:pt x="1886" y="390327"/>
                  </a:lnTo>
                  <a:cubicBezTo>
                    <a:pt x="808" y="390327"/>
                    <a:pt x="0" y="389451"/>
                    <a:pt x="0" y="388440"/>
                  </a:cubicBezTo>
                  <a:lnTo>
                    <a:pt x="0" y="1886"/>
                  </a:lnTo>
                  <a:cubicBezTo>
                    <a:pt x="0" y="808"/>
                    <a:pt x="876" y="0"/>
                    <a:pt x="1886" y="0"/>
                  </a:cubicBezTo>
                  <a:lnTo>
                    <a:pt x="17650" y="0"/>
                  </a:lnTo>
                  <a:cubicBezTo>
                    <a:pt x="18324" y="0"/>
                    <a:pt x="18930" y="539"/>
                    <a:pt x="18930" y="1280"/>
                  </a:cubicBezTo>
                  <a:lnTo>
                    <a:pt x="18930" y="389047"/>
                  </a:lnTo>
                  <a:cubicBezTo>
                    <a:pt x="18930" y="389788"/>
                    <a:pt x="18324" y="390327"/>
                    <a:pt x="17650" y="390327"/>
                  </a:cubicBezTo>
                  <a:close/>
                </a:path>
              </a:pathLst>
            </a:custGeom>
            <a:solidFill>
              <a:srgbClr val="FAFDFF"/>
            </a:solidFill>
            <a:ln>
              <a:noFill/>
            </a:ln>
            <a:effectLst>
              <a:outerShdw blurRad="635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93" name="Google Shape;93;p65"/>
          <p:cNvSpPr>
            <a:spLocks noGrp="1"/>
          </p:cNvSpPr>
          <p:nvPr>
            <p:ph type="pic" idx="2"/>
          </p:nvPr>
        </p:nvSpPr>
        <p:spPr>
          <a:xfrm rot="-992458">
            <a:off x="1325012" y="1204971"/>
            <a:ext cx="2384085" cy="4448059"/>
          </a:xfrm>
          <a:prstGeom prst="rect">
            <a:avLst/>
          </a:prstGeom>
          <a:solidFill>
            <a:srgbClr val="F2F2F2"/>
          </a:solidFill>
          <a:ln>
            <a:noFill/>
          </a:ln>
        </p:spPr>
      </p:sp>
      <p:sp>
        <p:nvSpPr>
          <p:cNvPr id="94" name="Google Shape;94;p65"/>
          <p:cNvSpPr>
            <a:spLocks noGrp="1"/>
          </p:cNvSpPr>
          <p:nvPr>
            <p:ph type="pic" idx="3"/>
          </p:nvPr>
        </p:nvSpPr>
        <p:spPr>
          <a:xfrm>
            <a:off x="2865545" y="1415375"/>
            <a:ext cx="2384085" cy="4448059"/>
          </a:xfrm>
          <a:prstGeom prst="rect">
            <a:avLst/>
          </a:prstGeom>
          <a:solidFill>
            <a:srgbClr val="F2F2F2"/>
          </a:solidFill>
          <a:ln>
            <a:noFill/>
          </a:ln>
        </p:spPr>
      </p:sp>
      <p:sp>
        <p:nvSpPr>
          <p:cNvPr id="95" name="Google Shape;95;p65"/>
          <p:cNvSpPr txBox="1">
            <a:spLocks noGrp="1"/>
          </p:cNvSpPr>
          <p:nvPr>
            <p:ph type="sldNum" idx="12"/>
          </p:nvPr>
        </p:nvSpPr>
        <p:spPr>
          <a:xfrm>
            <a:off x="11409045" y="6333134"/>
            <a:ext cx="731700" cy="5250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4_Contents slide layout">
  <p:cSld name="14_Contents slide layout">
    <p:bg>
      <p:bgPr>
        <a:blipFill>
          <a:blip r:embed="rId2">
            <a:alphaModFix/>
          </a:blip>
          <a:stretch>
            <a:fillRect/>
          </a:stretch>
        </a:blipFill>
        <a:effectLst/>
      </p:bgPr>
    </p:bg>
    <p:spTree>
      <p:nvGrpSpPr>
        <p:cNvPr id="1" name="Shape 96"/>
        <p:cNvGrpSpPr/>
        <p:nvPr/>
      </p:nvGrpSpPr>
      <p:grpSpPr>
        <a:xfrm>
          <a:off x="0" y="0"/>
          <a:ext cx="0" cy="0"/>
          <a:chOff x="0" y="0"/>
          <a:chExt cx="0" cy="0"/>
        </a:xfrm>
      </p:grpSpPr>
      <p:sp>
        <p:nvSpPr>
          <p:cNvPr id="97" name="Google Shape;97;p66"/>
          <p:cNvSpPr txBox="1">
            <a:spLocks noGrp="1"/>
          </p:cNvSpPr>
          <p:nvPr>
            <p:ph type="sldNum" idx="12"/>
          </p:nvPr>
        </p:nvSpPr>
        <p:spPr>
          <a:xfrm>
            <a:off x="11409045" y="6333134"/>
            <a:ext cx="731700" cy="5250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15_Contents slide layout">
  <p:cSld name="15_Contents slide layout">
    <p:spTree>
      <p:nvGrpSpPr>
        <p:cNvPr id="1" name="Shape 98"/>
        <p:cNvGrpSpPr/>
        <p:nvPr/>
      </p:nvGrpSpPr>
      <p:grpSpPr>
        <a:xfrm>
          <a:off x="0" y="0"/>
          <a:ext cx="0" cy="0"/>
          <a:chOff x="0" y="0"/>
          <a:chExt cx="0" cy="0"/>
        </a:xfrm>
      </p:grpSpPr>
      <p:sp>
        <p:nvSpPr>
          <p:cNvPr id="99" name="Google Shape;99;p67"/>
          <p:cNvSpPr>
            <a:spLocks noGrp="1"/>
          </p:cNvSpPr>
          <p:nvPr>
            <p:ph type="pic" idx="2"/>
          </p:nvPr>
        </p:nvSpPr>
        <p:spPr>
          <a:xfrm>
            <a:off x="4812000" y="0"/>
            <a:ext cx="7380000" cy="3384000"/>
          </a:xfrm>
          <a:prstGeom prst="rect">
            <a:avLst/>
          </a:prstGeom>
          <a:solidFill>
            <a:srgbClr val="F2F2F2"/>
          </a:solidFill>
          <a:ln>
            <a:noFill/>
          </a:ln>
        </p:spPr>
      </p:sp>
      <p:sp>
        <p:nvSpPr>
          <p:cNvPr id="100" name="Google Shape;100;p67"/>
          <p:cNvSpPr>
            <a:spLocks noGrp="1"/>
          </p:cNvSpPr>
          <p:nvPr>
            <p:ph type="pic" idx="3"/>
          </p:nvPr>
        </p:nvSpPr>
        <p:spPr>
          <a:xfrm>
            <a:off x="1" y="3474000"/>
            <a:ext cx="7380000" cy="3384000"/>
          </a:xfrm>
          <a:prstGeom prst="rect">
            <a:avLst/>
          </a:prstGeom>
          <a:solidFill>
            <a:srgbClr val="F2F2F2"/>
          </a:solidFill>
          <a:ln>
            <a:noFill/>
          </a:ln>
        </p:spPr>
      </p:sp>
      <p:sp>
        <p:nvSpPr>
          <p:cNvPr id="101" name="Google Shape;101;p67"/>
          <p:cNvSpPr txBox="1">
            <a:spLocks noGrp="1"/>
          </p:cNvSpPr>
          <p:nvPr>
            <p:ph type="sldNum" idx="12"/>
          </p:nvPr>
        </p:nvSpPr>
        <p:spPr>
          <a:xfrm>
            <a:off x="11409045" y="6333134"/>
            <a:ext cx="731700" cy="5250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17_Contents slide layout">
  <p:cSld name="17_Contents slide layout">
    <p:bg>
      <p:bgPr>
        <a:blipFill>
          <a:blip r:embed="rId2">
            <a:alphaModFix/>
          </a:blip>
          <a:stretch>
            <a:fillRect/>
          </a:stretch>
        </a:blipFill>
        <a:effectLst/>
      </p:bgPr>
    </p:bg>
    <p:spTree>
      <p:nvGrpSpPr>
        <p:cNvPr id="1" name="Shape 102"/>
        <p:cNvGrpSpPr/>
        <p:nvPr/>
      </p:nvGrpSpPr>
      <p:grpSpPr>
        <a:xfrm>
          <a:off x="0" y="0"/>
          <a:ext cx="0" cy="0"/>
          <a:chOff x="0" y="0"/>
          <a:chExt cx="0" cy="0"/>
        </a:xfrm>
      </p:grpSpPr>
      <p:sp>
        <p:nvSpPr>
          <p:cNvPr id="103" name="Google Shape;103;p68"/>
          <p:cNvSpPr txBox="1">
            <a:spLocks noGrp="1"/>
          </p:cNvSpPr>
          <p:nvPr>
            <p:ph type="sldNum" idx="12"/>
          </p:nvPr>
        </p:nvSpPr>
        <p:spPr>
          <a:xfrm>
            <a:off x="11409045" y="6333134"/>
            <a:ext cx="731700" cy="5250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16_Contents slide layout">
  <p:cSld name="16_Contents slide layout">
    <p:bg>
      <p:bgPr>
        <a:blipFill>
          <a:blip r:embed="rId2">
            <a:alphaModFix/>
          </a:blip>
          <a:stretch>
            <a:fillRect/>
          </a:stretch>
        </a:blipFill>
        <a:effectLst/>
      </p:bgPr>
    </p:bg>
    <p:spTree>
      <p:nvGrpSpPr>
        <p:cNvPr id="1" name="Shape 104"/>
        <p:cNvGrpSpPr/>
        <p:nvPr/>
      </p:nvGrpSpPr>
      <p:grpSpPr>
        <a:xfrm>
          <a:off x="0" y="0"/>
          <a:ext cx="0" cy="0"/>
          <a:chOff x="0" y="0"/>
          <a:chExt cx="0" cy="0"/>
        </a:xfrm>
      </p:grpSpPr>
      <p:sp>
        <p:nvSpPr>
          <p:cNvPr id="105" name="Google Shape;105;p69"/>
          <p:cNvSpPr txBox="1">
            <a:spLocks noGrp="1"/>
          </p:cNvSpPr>
          <p:nvPr>
            <p:ph type="sldNum" idx="12"/>
          </p:nvPr>
        </p:nvSpPr>
        <p:spPr>
          <a:xfrm>
            <a:off x="11409045" y="6333134"/>
            <a:ext cx="731700" cy="5250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PNG sets layout">
  <p:cSld name="PNG sets layout">
    <p:bg>
      <p:bgPr>
        <a:blipFill>
          <a:blip r:embed="rId2">
            <a:alphaModFix/>
          </a:blip>
          <a:stretch>
            <a:fillRect/>
          </a:stretch>
        </a:blipFill>
        <a:effectLst/>
      </p:bgPr>
    </p:bg>
    <p:spTree>
      <p:nvGrpSpPr>
        <p:cNvPr id="1" name="Shape 106"/>
        <p:cNvGrpSpPr/>
        <p:nvPr/>
      </p:nvGrpSpPr>
      <p:grpSpPr>
        <a:xfrm>
          <a:off x="0" y="0"/>
          <a:ext cx="0" cy="0"/>
          <a:chOff x="0" y="0"/>
          <a:chExt cx="0" cy="0"/>
        </a:xfrm>
      </p:grpSpPr>
      <p:sp>
        <p:nvSpPr>
          <p:cNvPr id="107" name="Google Shape;107;p71"/>
          <p:cNvSpPr txBox="1">
            <a:spLocks noGrp="1"/>
          </p:cNvSpPr>
          <p:nvPr>
            <p:ph type="body" idx="1"/>
          </p:nvPr>
        </p:nvSpPr>
        <p:spPr>
          <a:xfrm>
            <a:off x="323529" y="332482"/>
            <a:ext cx="11573197" cy="724247"/>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1000"/>
              </a:spcBef>
              <a:spcAft>
                <a:spcPts val="0"/>
              </a:spcAft>
              <a:buClr>
                <a:srgbClr val="262626"/>
              </a:buClr>
              <a:buSzPts val="5400"/>
              <a:buFont typeface="Arial"/>
              <a:buNone/>
              <a:defRPr sz="5400" b="0" i="0" u="none" strike="noStrike" cap="none">
                <a:solidFill>
                  <a:srgbClr val="262626"/>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08" name="Google Shape;108;p71"/>
          <p:cNvSpPr txBox="1">
            <a:spLocks noGrp="1"/>
          </p:cNvSpPr>
          <p:nvPr>
            <p:ph type="sldNum" idx="12"/>
          </p:nvPr>
        </p:nvSpPr>
        <p:spPr>
          <a:xfrm>
            <a:off x="11409045" y="6333134"/>
            <a:ext cx="731700" cy="525000"/>
          </a:xfrm>
          <a:prstGeom prst="rect">
            <a:avLst/>
          </a:prstGeom>
        </p:spPr>
        <p:txBody>
          <a:bodyPr spcFirstLastPara="1" wrap="square" lIns="91425" tIns="91425" rIns="91425" bIns="91425" anchor="t" anchorCtr="0">
            <a:noAutofit/>
          </a:bodyPr>
          <a:lstStyle>
            <a:lvl1pPr lvl="0">
              <a:buNone/>
              <a:defRPr>
                <a:solidFill>
                  <a:srgbClr val="262626"/>
                </a:solidFill>
              </a:defRPr>
            </a:lvl1pPr>
            <a:lvl2pPr lvl="1">
              <a:buNone/>
              <a:defRPr>
                <a:solidFill>
                  <a:srgbClr val="262626"/>
                </a:solidFill>
              </a:defRPr>
            </a:lvl2pPr>
            <a:lvl3pPr lvl="2">
              <a:buNone/>
              <a:defRPr>
                <a:solidFill>
                  <a:srgbClr val="262626"/>
                </a:solidFill>
              </a:defRPr>
            </a:lvl3pPr>
            <a:lvl4pPr lvl="3">
              <a:buNone/>
              <a:defRPr>
                <a:solidFill>
                  <a:srgbClr val="262626"/>
                </a:solidFill>
              </a:defRPr>
            </a:lvl4pPr>
            <a:lvl5pPr lvl="4">
              <a:buNone/>
              <a:defRPr>
                <a:solidFill>
                  <a:srgbClr val="262626"/>
                </a:solidFill>
              </a:defRPr>
            </a:lvl5pPr>
            <a:lvl6pPr lvl="5">
              <a:buNone/>
              <a:defRPr>
                <a:solidFill>
                  <a:srgbClr val="262626"/>
                </a:solidFill>
              </a:defRPr>
            </a:lvl6pPr>
            <a:lvl7pPr lvl="6">
              <a:buNone/>
              <a:defRPr>
                <a:solidFill>
                  <a:srgbClr val="262626"/>
                </a:solidFill>
              </a:defRPr>
            </a:lvl7pPr>
            <a:lvl8pPr lvl="7">
              <a:buNone/>
              <a:defRPr>
                <a:solidFill>
                  <a:srgbClr val="262626"/>
                </a:solidFill>
              </a:defRPr>
            </a:lvl8pPr>
            <a:lvl9pPr lvl="8">
              <a:buNone/>
              <a:defRPr>
                <a:solidFill>
                  <a:srgbClr val="262626"/>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1_Icon sets layout">
  <p:cSld name="1_Icon sets layout">
    <p:spTree>
      <p:nvGrpSpPr>
        <p:cNvPr id="1" name="Shape 109"/>
        <p:cNvGrpSpPr/>
        <p:nvPr/>
      </p:nvGrpSpPr>
      <p:grpSpPr>
        <a:xfrm>
          <a:off x="0" y="0"/>
          <a:ext cx="0" cy="0"/>
          <a:chOff x="0" y="0"/>
          <a:chExt cx="0" cy="0"/>
        </a:xfrm>
      </p:grpSpPr>
      <p:sp>
        <p:nvSpPr>
          <p:cNvPr id="110" name="Google Shape;110;p72"/>
          <p:cNvSpPr txBox="1">
            <a:spLocks noGrp="1"/>
          </p:cNvSpPr>
          <p:nvPr>
            <p:ph type="body" idx="1"/>
          </p:nvPr>
        </p:nvSpPr>
        <p:spPr>
          <a:xfrm>
            <a:off x="323529" y="123478"/>
            <a:ext cx="11573197" cy="724247"/>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1000"/>
              </a:spcBef>
              <a:spcAft>
                <a:spcPts val="0"/>
              </a:spcAft>
              <a:buClr>
                <a:srgbClr val="262626"/>
              </a:buClr>
              <a:buSzPts val="5400"/>
              <a:buFont typeface="Arial"/>
              <a:buNone/>
              <a:defRPr sz="5400" b="0" i="0" u="none" strike="noStrike" cap="none">
                <a:solidFill>
                  <a:srgbClr val="262626"/>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11" name="Google Shape;111;p72"/>
          <p:cNvSpPr/>
          <p:nvPr/>
        </p:nvSpPr>
        <p:spPr>
          <a:xfrm>
            <a:off x="354010" y="1131591"/>
            <a:ext cx="3560767" cy="5402561"/>
          </a:xfrm>
          <a:prstGeom prst="roundRect">
            <a:avLst>
              <a:gd name="adj" fmla="val 3968"/>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1">
              <a:solidFill>
                <a:schemeClr val="lt1"/>
              </a:solidFill>
              <a:latin typeface="Arial"/>
              <a:ea typeface="Arial"/>
              <a:cs typeface="Arial"/>
              <a:sym typeface="Arial"/>
            </a:endParaRPr>
          </a:p>
        </p:txBody>
      </p:sp>
      <p:sp>
        <p:nvSpPr>
          <p:cNvPr id="112" name="Google Shape;112;p72"/>
          <p:cNvSpPr/>
          <p:nvPr/>
        </p:nvSpPr>
        <p:spPr>
          <a:xfrm>
            <a:off x="531933" y="1347500"/>
            <a:ext cx="153868" cy="5015200"/>
          </a:xfrm>
          <a:prstGeom prst="roundRect">
            <a:avLst>
              <a:gd name="adj" fmla="val 50000"/>
            </a:avLst>
          </a:prstGeom>
          <a:solidFill>
            <a:schemeClr val="lt1">
              <a:alpha val="41176"/>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1">
              <a:solidFill>
                <a:schemeClr val="lt1"/>
              </a:solidFill>
              <a:latin typeface="Arial"/>
              <a:ea typeface="Arial"/>
              <a:cs typeface="Arial"/>
              <a:sym typeface="Arial"/>
            </a:endParaRPr>
          </a:p>
        </p:txBody>
      </p:sp>
      <p:sp>
        <p:nvSpPr>
          <p:cNvPr id="113" name="Google Shape;113;p72"/>
          <p:cNvSpPr/>
          <p:nvPr/>
        </p:nvSpPr>
        <p:spPr>
          <a:xfrm rot="5400000">
            <a:off x="3057177" y="1276653"/>
            <a:ext cx="685849" cy="685148"/>
          </a:xfrm>
          <a:prstGeom prst="halfFrame">
            <a:avLst>
              <a:gd name="adj1" fmla="val 23728"/>
              <a:gd name="adj2" fmla="val 24642"/>
            </a:avLst>
          </a:prstGeom>
          <a:solidFill>
            <a:schemeClr val="lt1">
              <a:alpha val="23137"/>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1">
              <a:solidFill>
                <a:srgbClr val="262626"/>
              </a:solidFill>
              <a:latin typeface="Arial"/>
              <a:ea typeface="Arial"/>
              <a:cs typeface="Arial"/>
              <a:sym typeface="Arial"/>
            </a:endParaRPr>
          </a:p>
        </p:txBody>
      </p:sp>
      <p:sp>
        <p:nvSpPr>
          <p:cNvPr id="114" name="Google Shape;114;p72"/>
          <p:cNvSpPr txBox="1"/>
          <p:nvPr/>
        </p:nvSpPr>
        <p:spPr>
          <a:xfrm>
            <a:off x="711704" y="1637214"/>
            <a:ext cx="2232248" cy="523220"/>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None/>
            </a:pPr>
            <a:r>
              <a:rPr lang="en-US" sz="1400" b="1">
                <a:solidFill>
                  <a:schemeClr val="lt1"/>
                </a:solidFill>
                <a:latin typeface="Arial"/>
                <a:ea typeface="Arial"/>
                <a:cs typeface="Arial"/>
                <a:sym typeface="Arial"/>
              </a:rPr>
              <a:t>You can Resize without losing quality</a:t>
            </a:r>
            <a:endParaRPr sz="1400" b="1">
              <a:solidFill>
                <a:schemeClr val="lt1"/>
              </a:solidFill>
              <a:latin typeface="Arial"/>
              <a:ea typeface="Arial"/>
              <a:cs typeface="Arial"/>
              <a:sym typeface="Arial"/>
            </a:endParaRPr>
          </a:p>
        </p:txBody>
      </p:sp>
      <p:sp>
        <p:nvSpPr>
          <p:cNvPr id="115" name="Google Shape;115;p72"/>
          <p:cNvSpPr txBox="1"/>
          <p:nvPr/>
        </p:nvSpPr>
        <p:spPr>
          <a:xfrm>
            <a:off x="711704" y="2127463"/>
            <a:ext cx="2232248" cy="73866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None/>
            </a:pPr>
            <a:r>
              <a:rPr lang="en-US" sz="1400" b="1">
                <a:solidFill>
                  <a:schemeClr val="lt1"/>
                </a:solidFill>
                <a:latin typeface="Arial"/>
                <a:ea typeface="Arial"/>
                <a:cs typeface="Arial"/>
                <a:sym typeface="Arial"/>
              </a:rPr>
              <a:t>You can Change Fill Color &amp;</a:t>
            </a:r>
            <a:endParaRPr/>
          </a:p>
          <a:p>
            <a:pPr marL="0" marR="0" lvl="0" indent="0" algn="l" rtl="0">
              <a:spcBef>
                <a:spcPts val="0"/>
              </a:spcBef>
              <a:spcAft>
                <a:spcPts val="0"/>
              </a:spcAft>
              <a:buNone/>
            </a:pPr>
            <a:r>
              <a:rPr lang="en-US" sz="1400" b="1">
                <a:solidFill>
                  <a:schemeClr val="lt1"/>
                </a:solidFill>
                <a:latin typeface="Arial"/>
                <a:ea typeface="Arial"/>
                <a:cs typeface="Arial"/>
                <a:sym typeface="Arial"/>
              </a:rPr>
              <a:t>Line Color</a:t>
            </a:r>
            <a:endParaRPr sz="1400" b="1">
              <a:solidFill>
                <a:schemeClr val="lt1"/>
              </a:solidFill>
              <a:latin typeface="Arial"/>
              <a:ea typeface="Arial"/>
              <a:cs typeface="Arial"/>
              <a:sym typeface="Arial"/>
            </a:endParaRPr>
          </a:p>
        </p:txBody>
      </p:sp>
      <p:sp>
        <p:nvSpPr>
          <p:cNvPr id="116" name="Google Shape;116;p72"/>
          <p:cNvSpPr txBox="1"/>
          <p:nvPr/>
        </p:nvSpPr>
        <p:spPr>
          <a:xfrm>
            <a:off x="721229" y="5808438"/>
            <a:ext cx="2232000" cy="307777"/>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None/>
            </a:pPr>
            <a:r>
              <a:rPr lang="en-US" sz="1400">
                <a:solidFill>
                  <a:schemeClr val="lt1"/>
                </a:solidFill>
                <a:latin typeface="Arial"/>
                <a:ea typeface="Arial"/>
                <a:cs typeface="Arial"/>
                <a:sym typeface="Arial"/>
              </a:rPr>
              <a:t>www.allppt.com</a:t>
            </a:r>
            <a:endParaRPr sz="1400">
              <a:solidFill>
                <a:schemeClr val="lt1"/>
              </a:solidFill>
              <a:latin typeface="Arial"/>
              <a:ea typeface="Arial"/>
              <a:cs typeface="Arial"/>
              <a:sym typeface="Arial"/>
            </a:endParaRPr>
          </a:p>
        </p:txBody>
      </p:sp>
      <p:sp>
        <p:nvSpPr>
          <p:cNvPr id="117" name="Google Shape;117;p72"/>
          <p:cNvSpPr txBox="1"/>
          <p:nvPr/>
        </p:nvSpPr>
        <p:spPr>
          <a:xfrm>
            <a:off x="721229" y="4450324"/>
            <a:ext cx="2717296" cy="1384995"/>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None/>
            </a:pPr>
            <a:r>
              <a:rPr lang="en-US" sz="2800" b="1">
                <a:solidFill>
                  <a:schemeClr val="lt1"/>
                </a:solidFill>
                <a:latin typeface="Arial"/>
                <a:ea typeface="Arial"/>
                <a:cs typeface="Arial"/>
                <a:sym typeface="Arial"/>
              </a:rPr>
              <a:t>FREE </a:t>
            </a:r>
            <a:endParaRPr/>
          </a:p>
          <a:p>
            <a:pPr marL="0" marR="0" lvl="0" indent="0" algn="l" rtl="0">
              <a:spcBef>
                <a:spcPts val="0"/>
              </a:spcBef>
              <a:spcAft>
                <a:spcPts val="0"/>
              </a:spcAft>
              <a:buNone/>
            </a:pPr>
            <a:r>
              <a:rPr lang="en-US" sz="2800" b="1">
                <a:solidFill>
                  <a:schemeClr val="lt1"/>
                </a:solidFill>
                <a:latin typeface="Arial"/>
                <a:ea typeface="Arial"/>
                <a:cs typeface="Arial"/>
                <a:sym typeface="Arial"/>
              </a:rPr>
              <a:t>PPT TEMPLATES</a:t>
            </a:r>
            <a:endParaRPr/>
          </a:p>
        </p:txBody>
      </p:sp>
      <p:sp>
        <p:nvSpPr>
          <p:cNvPr id="118" name="Google Shape;118;p72"/>
          <p:cNvSpPr txBox="1">
            <a:spLocks noGrp="1"/>
          </p:cNvSpPr>
          <p:nvPr>
            <p:ph type="sldNum" idx="12"/>
          </p:nvPr>
        </p:nvSpPr>
        <p:spPr>
          <a:xfrm>
            <a:off x="11409045" y="6333134"/>
            <a:ext cx="731700" cy="525000"/>
          </a:xfrm>
          <a:prstGeom prst="rect">
            <a:avLst/>
          </a:prstGeom>
        </p:spPr>
        <p:txBody>
          <a:bodyPr spcFirstLastPara="1" wrap="square" lIns="91425" tIns="91425" rIns="91425" bIns="91425" anchor="t" anchorCtr="0">
            <a:noAutofit/>
          </a:bodyPr>
          <a:lstStyle>
            <a:lvl1pPr lvl="0">
              <a:buNone/>
              <a:defRPr>
                <a:solidFill>
                  <a:srgbClr val="262626"/>
                </a:solidFill>
              </a:defRPr>
            </a:lvl1pPr>
            <a:lvl2pPr lvl="1">
              <a:buNone/>
              <a:defRPr>
                <a:solidFill>
                  <a:srgbClr val="262626"/>
                </a:solidFill>
              </a:defRPr>
            </a:lvl2pPr>
            <a:lvl3pPr lvl="2">
              <a:buNone/>
              <a:defRPr>
                <a:solidFill>
                  <a:srgbClr val="262626"/>
                </a:solidFill>
              </a:defRPr>
            </a:lvl3pPr>
            <a:lvl4pPr lvl="3">
              <a:buNone/>
              <a:defRPr>
                <a:solidFill>
                  <a:srgbClr val="262626"/>
                </a:solidFill>
              </a:defRPr>
            </a:lvl4pPr>
            <a:lvl5pPr lvl="4">
              <a:buNone/>
              <a:defRPr>
                <a:solidFill>
                  <a:srgbClr val="262626"/>
                </a:solidFill>
              </a:defRPr>
            </a:lvl5pPr>
            <a:lvl6pPr lvl="5">
              <a:buNone/>
              <a:defRPr>
                <a:solidFill>
                  <a:srgbClr val="262626"/>
                </a:solidFill>
              </a:defRPr>
            </a:lvl6pPr>
            <a:lvl7pPr lvl="6">
              <a:buNone/>
              <a:defRPr>
                <a:solidFill>
                  <a:srgbClr val="262626"/>
                </a:solidFill>
              </a:defRPr>
            </a:lvl7pPr>
            <a:lvl8pPr lvl="7">
              <a:buNone/>
              <a:defRPr>
                <a:solidFill>
                  <a:srgbClr val="262626"/>
                </a:solidFill>
              </a:defRPr>
            </a:lvl8pPr>
            <a:lvl9pPr lvl="8">
              <a:buNone/>
              <a:defRPr>
                <a:solidFill>
                  <a:srgbClr val="262626"/>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1_Contents slide layout">
  <p:cSld name="1_Contents slide layout">
    <p:spTree>
      <p:nvGrpSpPr>
        <p:cNvPr id="1" name="Shape 119"/>
        <p:cNvGrpSpPr/>
        <p:nvPr/>
      </p:nvGrpSpPr>
      <p:grpSpPr>
        <a:xfrm>
          <a:off x="0" y="0"/>
          <a:ext cx="0" cy="0"/>
          <a:chOff x="0" y="0"/>
          <a:chExt cx="0" cy="0"/>
        </a:xfrm>
      </p:grpSpPr>
      <p:sp>
        <p:nvSpPr>
          <p:cNvPr id="120" name="Google Shape;120;p73"/>
          <p:cNvSpPr txBox="1">
            <a:spLocks noGrp="1"/>
          </p:cNvSpPr>
          <p:nvPr>
            <p:ph type="body" idx="1"/>
          </p:nvPr>
        </p:nvSpPr>
        <p:spPr>
          <a:xfrm>
            <a:off x="323529" y="339509"/>
            <a:ext cx="11573197" cy="724247"/>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1000"/>
              </a:spcBef>
              <a:spcAft>
                <a:spcPts val="0"/>
              </a:spcAft>
              <a:buClr>
                <a:srgbClr val="262626"/>
              </a:buClr>
              <a:buSzPts val="5400"/>
              <a:buFont typeface="Arial"/>
              <a:buNone/>
              <a:defRPr sz="5400" b="0" i="0" u="none" strike="noStrike" cap="none">
                <a:solidFill>
                  <a:srgbClr val="262626"/>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21" name="Google Shape;121;p73"/>
          <p:cNvSpPr txBox="1">
            <a:spLocks noGrp="1"/>
          </p:cNvSpPr>
          <p:nvPr>
            <p:ph type="sldNum" idx="12"/>
          </p:nvPr>
        </p:nvSpPr>
        <p:spPr>
          <a:xfrm>
            <a:off x="11409045" y="6333134"/>
            <a:ext cx="731700" cy="525000"/>
          </a:xfrm>
          <a:prstGeom prst="rect">
            <a:avLst/>
          </a:prstGeom>
        </p:spPr>
        <p:txBody>
          <a:bodyPr spcFirstLastPara="1" wrap="square" lIns="91425" tIns="91425" rIns="91425" bIns="91425" anchor="t" anchorCtr="0">
            <a:noAutofit/>
          </a:bodyPr>
          <a:lstStyle>
            <a:lvl1pPr lvl="0">
              <a:buNone/>
              <a:defRPr>
                <a:solidFill>
                  <a:srgbClr val="262626"/>
                </a:solidFill>
              </a:defRPr>
            </a:lvl1pPr>
            <a:lvl2pPr lvl="1">
              <a:buNone/>
              <a:defRPr>
                <a:solidFill>
                  <a:srgbClr val="262626"/>
                </a:solidFill>
              </a:defRPr>
            </a:lvl2pPr>
            <a:lvl3pPr lvl="2">
              <a:buNone/>
              <a:defRPr>
                <a:solidFill>
                  <a:srgbClr val="262626"/>
                </a:solidFill>
              </a:defRPr>
            </a:lvl3pPr>
            <a:lvl4pPr lvl="3">
              <a:buNone/>
              <a:defRPr>
                <a:solidFill>
                  <a:srgbClr val="262626"/>
                </a:solidFill>
              </a:defRPr>
            </a:lvl4pPr>
            <a:lvl5pPr lvl="4">
              <a:buNone/>
              <a:defRPr>
                <a:solidFill>
                  <a:srgbClr val="262626"/>
                </a:solidFill>
              </a:defRPr>
            </a:lvl5pPr>
            <a:lvl6pPr lvl="5">
              <a:buNone/>
              <a:defRPr>
                <a:solidFill>
                  <a:srgbClr val="262626"/>
                </a:solidFill>
              </a:defRPr>
            </a:lvl6pPr>
            <a:lvl7pPr lvl="6">
              <a:buNone/>
              <a:defRPr>
                <a:solidFill>
                  <a:srgbClr val="262626"/>
                </a:solidFill>
              </a:defRPr>
            </a:lvl7pPr>
            <a:lvl8pPr lvl="7">
              <a:buNone/>
              <a:defRPr>
                <a:solidFill>
                  <a:srgbClr val="262626"/>
                </a:solidFill>
              </a:defRPr>
            </a:lvl8pPr>
            <a:lvl9pPr lvl="8">
              <a:buNone/>
              <a:defRPr>
                <a:solidFill>
                  <a:srgbClr val="262626"/>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2_Contents slide layout">
  <p:cSld name="2_Contents slide layout">
    <p:spTree>
      <p:nvGrpSpPr>
        <p:cNvPr id="1" name="Shape 122"/>
        <p:cNvGrpSpPr/>
        <p:nvPr/>
      </p:nvGrpSpPr>
      <p:grpSpPr>
        <a:xfrm>
          <a:off x="0" y="0"/>
          <a:ext cx="0" cy="0"/>
          <a:chOff x="0" y="0"/>
          <a:chExt cx="0" cy="0"/>
        </a:xfrm>
      </p:grpSpPr>
      <p:sp>
        <p:nvSpPr>
          <p:cNvPr id="123" name="Google Shape;123;p74"/>
          <p:cNvSpPr txBox="1">
            <a:spLocks noGrp="1"/>
          </p:cNvSpPr>
          <p:nvPr>
            <p:ph type="sldNum" idx="12"/>
          </p:nvPr>
        </p:nvSpPr>
        <p:spPr>
          <a:xfrm>
            <a:off x="11409045" y="6333134"/>
            <a:ext cx="731700" cy="5250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3.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1.xml"/><Relationship Id="rId13" Type="http://schemas.openxmlformats.org/officeDocument/2006/relationships/slideLayout" Target="../slideLayouts/slideLayout16.xml"/><Relationship Id="rId18" Type="http://schemas.openxmlformats.org/officeDocument/2006/relationships/slideLayout" Target="../slideLayouts/slideLayout21.xml"/><Relationship Id="rId3" Type="http://schemas.openxmlformats.org/officeDocument/2006/relationships/slideLayout" Target="../slideLayouts/slideLayout6.xml"/><Relationship Id="rId21" Type="http://schemas.openxmlformats.org/officeDocument/2006/relationships/theme" Target="../theme/theme3.xml"/><Relationship Id="rId7" Type="http://schemas.openxmlformats.org/officeDocument/2006/relationships/slideLayout" Target="../slideLayouts/slideLayout10.xml"/><Relationship Id="rId12" Type="http://schemas.openxmlformats.org/officeDocument/2006/relationships/slideLayout" Target="../slideLayouts/slideLayout15.xml"/><Relationship Id="rId17" Type="http://schemas.openxmlformats.org/officeDocument/2006/relationships/slideLayout" Target="../slideLayouts/slideLayout20.xml"/><Relationship Id="rId2" Type="http://schemas.openxmlformats.org/officeDocument/2006/relationships/slideLayout" Target="../slideLayouts/slideLayout5.xml"/><Relationship Id="rId16" Type="http://schemas.openxmlformats.org/officeDocument/2006/relationships/slideLayout" Target="../slideLayouts/slideLayout19.xml"/><Relationship Id="rId20" Type="http://schemas.openxmlformats.org/officeDocument/2006/relationships/slideLayout" Target="../slideLayouts/slideLayout23.xml"/><Relationship Id="rId1" Type="http://schemas.openxmlformats.org/officeDocument/2006/relationships/slideLayout" Target="../slideLayouts/slideLayout4.xml"/><Relationship Id="rId6" Type="http://schemas.openxmlformats.org/officeDocument/2006/relationships/slideLayout" Target="../slideLayouts/slideLayout9.xml"/><Relationship Id="rId11" Type="http://schemas.openxmlformats.org/officeDocument/2006/relationships/slideLayout" Target="../slideLayouts/slideLayout14.xml"/><Relationship Id="rId5" Type="http://schemas.openxmlformats.org/officeDocument/2006/relationships/slideLayout" Target="../slideLayouts/slideLayout8.xml"/><Relationship Id="rId15" Type="http://schemas.openxmlformats.org/officeDocument/2006/relationships/slideLayout" Target="../slideLayouts/slideLayout18.xml"/><Relationship Id="rId10" Type="http://schemas.openxmlformats.org/officeDocument/2006/relationships/slideLayout" Target="../slideLayouts/slideLayout13.xml"/><Relationship Id="rId19" Type="http://schemas.openxmlformats.org/officeDocument/2006/relationships/slideLayout" Target="../slideLayouts/slideLayout22.xml"/><Relationship Id="rId4" Type="http://schemas.openxmlformats.org/officeDocument/2006/relationships/slideLayout" Target="../slideLayouts/slideLayout7.xml"/><Relationship Id="rId9" Type="http://schemas.openxmlformats.org/officeDocument/2006/relationships/slideLayout" Target="../slideLayouts/slideLayout12.xml"/><Relationship Id="rId14"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49"/>
          <p:cNvSpPr txBox="1">
            <a:spLocks noGrp="1"/>
          </p:cNvSpPr>
          <p:nvPr>
            <p:ph type="sldNum" idx="12"/>
          </p:nvPr>
        </p:nvSpPr>
        <p:spPr>
          <a:xfrm>
            <a:off x="11409045" y="6333134"/>
            <a:ext cx="731700" cy="525000"/>
          </a:xfrm>
          <a:prstGeom prst="rect">
            <a:avLst/>
          </a:prstGeom>
          <a:noFill/>
          <a:ln>
            <a:noFill/>
          </a:ln>
        </p:spPr>
        <p:txBody>
          <a:bodyPr spcFirstLastPara="1" wrap="square" lIns="91425" tIns="91425" rIns="91425" bIns="91425" anchor="t" anchorCtr="0">
            <a:noAutofit/>
          </a:bodyPr>
          <a:lstStyle>
            <a:lvl1pPr lvl="0" algn="r">
              <a:buNone/>
              <a:defRPr sz="1300">
                <a:solidFill>
                  <a:schemeClr val="tx1"/>
                </a:solidFill>
              </a:defRPr>
            </a:lvl1pPr>
            <a:lvl2pPr lvl="1" algn="r">
              <a:buNone/>
              <a:defRPr sz="1300">
                <a:solidFill>
                  <a:schemeClr val="tx1"/>
                </a:solidFill>
              </a:defRPr>
            </a:lvl2pPr>
            <a:lvl3pPr lvl="2" algn="r">
              <a:buNone/>
              <a:defRPr sz="1300">
                <a:solidFill>
                  <a:schemeClr val="tx1"/>
                </a:solidFill>
              </a:defRPr>
            </a:lvl3pPr>
            <a:lvl4pPr lvl="3" algn="r">
              <a:buNone/>
              <a:defRPr sz="1300">
                <a:solidFill>
                  <a:schemeClr val="tx1"/>
                </a:solidFill>
              </a:defRPr>
            </a:lvl4pPr>
            <a:lvl5pPr lvl="4" algn="r">
              <a:buNone/>
              <a:defRPr sz="1300">
                <a:solidFill>
                  <a:schemeClr val="tx1"/>
                </a:solidFill>
              </a:defRPr>
            </a:lvl5pPr>
            <a:lvl6pPr lvl="5" algn="r">
              <a:buNone/>
              <a:defRPr sz="1300">
                <a:solidFill>
                  <a:schemeClr val="tx1"/>
                </a:solidFill>
              </a:defRPr>
            </a:lvl6pPr>
            <a:lvl7pPr lvl="6" algn="r">
              <a:buNone/>
              <a:defRPr sz="1300">
                <a:solidFill>
                  <a:schemeClr val="tx1"/>
                </a:solidFill>
              </a:defRPr>
            </a:lvl7pPr>
            <a:lvl8pPr lvl="7" algn="r">
              <a:buNone/>
              <a:defRPr sz="1300">
                <a:solidFill>
                  <a:schemeClr val="tx1"/>
                </a:solidFill>
              </a:defRPr>
            </a:lvl8pPr>
            <a:lvl9pPr lvl="8" algn="r">
              <a:buNone/>
              <a:defRPr sz="1300">
                <a:solidFill>
                  <a:schemeClr val="tx1"/>
                </a:solidFil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5"/>
        <p:cNvGrpSpPr/>
        <p:nvPr/>
      </p:nvGrpSpPr>
      <p:grpSpPr>
        <a:xfrm>
          <a:off x="0" y="0"/>
          <a:ext cx="0" cy="0"/>
          <a:chOff x="0" y="0"/>
          <a:chExt cx="0" cy="0"/>
        </a:xfrm>
      </p:grpSpPr>
      <p:sp>
        <p:nvSpPr>
          <p:cNvPr id="16" name="Google Shape;16;p51"/>
          <p:cNvSpPr txBox="1">
            <a:spLocks noGrp="1"/>
          </p:cNvSpPr>
          <p:nvPr>
            <p:ph type="sldNum" idx="12"/>
          </p:nvPr>
        </p:nvSpPr>
        <p:spPr>
          <a:xfrm>
            <a:off x="11409045" y="6333134"/>
            <a:ext cx="731700" cy="525000"/>
          </a:xfrm>
          <a:prstGeom prst="rect">
            <a:avLst/>
          </a:prstGeom>
          <a:noFill/>
          <a:ln>
            <a:noFill/>
          </a:ln>
        </p:spPr>
        <p:txBody>
          <a:bodyPr spcFirstLastPara="1" wrap="square" lIns="91425" tIns="91425" rIns="91425" bIns="91425" anchor="t" anchorCtr="0">
            <a:noAutofit/>
          </a:bodyPr>
          <a:lstStyle>
            <a:lvl1pPr lvl="0" algn="r">
              <a:buNone/>
              <a:defRPr sz="1300">
                <a:solidFill>
                  <a:schemeClr val="tx1"/>
                </a:solidFill>
              </a:defRPr>
            </a:lvl1pPr>
            <a:lvl2pPr lvl="1" algn="r">
              <a:buNone/>
              <a:defRPr sz="1300">
                <a:solidFill>
                  <a:schemeClr val="tx1"/>
                </a:solidFill>
              </a:defRPr>
            </a:lvl2pPr>
            <a:lvl3pPr lvl="2" algn="r">
              <a:buNone/>
              <a:defRPr sz="1300">
                <a:solidFill>
                  <a:schemeClr val="tx1"/>
                </a:solidFill>
              </a:defRPr>
            </a:lvl3pPr>
            <a:lvl4pPr lvl="3" algn="r">
              <a:buNone/>
              <a:defRPr sz="1300">
                <a:solidFill>
                  <a:schemeClr val="tx1"/>
                </a:solidFill>
              </a:defRPr>
            </a:lvl4pPr>
            <a:lvl5pPr lvl="4" algn="r">
              <a:buNone/>
              <a:defRPr sz="1300">
                <a:solidFill>
                  <a:schemeClr val="tx1"/>
                </a:solidFill>
              </a:defRPr>
            </a:lvl5pPr>
            <a:lvl6pPr lvl="5" algn="r">
              <a:buNone/>
              <a:defRPr sz="1300">
                <a:solidFill>
                  <a:schemeClr val="tx1"/>
                </a:solidFill>
              </a:defRPr>
            </a:lvl6pPr>
            <a:lvl7pPr lvl="6" algn="r">
              <a:buNone/>
              <a:defRPr sz="1300">
                <a:solidFill>
                  <a:schemeClr val="tx1"/>
                </a:solidFill>
              </a:defRPr>
            </a:lvl7pPr>
            <a:lvl8pPr lvl="7" algn="r">
              <a:buNone/>
              <a:defRPr sz="1300">
                <a:solidFill>
                  <a:schemeClr val="tx1"/>
                </a:solidFill>
              </a:defRPr>
            </a:lvl8pPr>
            <a:lvl9pPr lvl="8" algn="r">
              <a:buNone/>
              <a:defRPr sz="1300">
                <a:solidFill>
                  <a:schemeClr val="tx1"/>
                </a:solidFil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2"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9"/>
        <p:cNvGrpSpPr/>
        <p:nvPr/>
      </p:nvGrpSpPr>
      <p:grpSpPr>
        <a:xfrm>
          <a:off x="0" y="0"/>
          <a:ext cx="0" cy="0"/>
          <a:chOff x="0" y="0"/>
          <a:chExt cx="0" cy="0"/>
        </a:xfrm>
      </p:grpSpPr>
      <p:sp>
        <p:nvSpPr>
          <p:cNvPr id="20" name="Google Shape;20;p53"/>
          <p:cNvSpPr txBox="1">
            <a:spLocks noGrp="1"/>
          </p:cNvSpPr>
          <p:nvPr>
            <p:ph type="sldNum" idx="12"/>
          </p:nvPr>
        </p:nvSpPr>
        <p:spPr>
          <a:xfrm>
            <a:off x="11409045" y="6333134"/>
            <a:ext cx="731700" cy="525000"/>
          </a:xfrm>
          <a:prstGeom prst="rect">
            <a:avLst/>
          </a:prstGeom>
          <a:noFill/>
          <a:ln>
            <a:noFill/>
          </a:ln>
        </p:spPr>
        <p:txBody>
          <a:bodyPr spcFirstLastPara="1" wrap="square" lIns="91425" tIns="91425" rIns="91425" bIns="91425" anchor="t" anchorCtr="0">
            <a:noAutofit/>
          </a:bodyPr>
          <a:lstStyle>
            <a:lvl1pPr lvl="0" algn="r">
              <a:buNone/>
              <a:defRPr sz="1300">
                <a:solidFill>
                  <a:schemeClr val="tx1"/>
                </a:solidFill>
              </a:defRPr>
            </a:lvl1pPr>
            <a:lvl2pPr lvl="1" algn="r">
              <a:buNone/>
              <a:defRPr sz="1300">
                <a:solidFill>
                  <a:schemeClr val="tx1"/>
                </a:solidFill>
              </a:defRPr>
            </a:lvl2pPr>
            <a:lvl3pPr lvl="2" algn="r">
              <a:buNone/>
              <a:defRPr sz="1300">
                <a:solidFill>
                  <a:schemeClr val="tx1"/>
                </a:solidFill>
              </a:defRPr>
            </a:lvl3pPr>
            <a:lvl4pPr lvl="3" algn="r">
              <a:buNone/>
              <a:defRPr sz="1300">
                <a:solidFill>
                  <a:schemeClr val="tx1"/>
                </a:solidFill>
              </a:defRPr>
            </a:lvl4pPr>
            <a:lvl5pPr lvl="4" algn="r">
              <a:buNone/>
              <a:defRPr sz="1300">
                <a:solidFill>
                  <a:schemeClr val="tx1"/>
                </a:solidFill>
              </a:defRPr>
            </a:lvl5pPr>
            <a:lvl6pPr lvl="5" algn="r">
              <a:buNone/>
              <a:defRPr sz="1300">
                <a:solidFill>
                  <a:schemeClr val="tx1"/>
                </a:solidFill>
              </a:defRPr>
            </a:lvl6pPr>
            <a:lvl7pPr lvl="6" algn="r">
              <a:buNone/>
              <a:defRPr sz="1300">
                <a:solidFill>
                  <a:schemeClr val="tx1"/>
                </a:solidFill>
              </a:defRPr>
            </a:lvl7pPr>
            <a:lvl8pPr lvl="7" algn="r">
              <a:buNone/>
              <a:defRPr sz="1300">
                <a:solidFill>
                  <a:schemeClr val="tx1"/>
                </a:solidFill>
              </a:defRPr>
            </a:lvl8pPr>
            <a:lvl9pPr lvl="8" algn="r">
              <a:buNone/>
              <a:defRPr sz="1300">
                <a:solidFill>
                  <a:schemeClr val="tx1"/>
                </a:solidFil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 id="2147483659" r:id="rId6"/>
    <p:sldLayoutId id="2147483660" r:id="rId7"/>
    <p:sldLayoutId id="2147483661" r:id="rId8"/>
    <p:sldLayoutId id="2147483662" r:id="rId9"/>
    <p:sldLayoutId id="2147483663" r:id="rId10"/>
    <p:sldLayoutId id="2147483664" r:id="rId11"/>
    <p:sldLayoutId id="2147483665" r:id="rId12"/>
    <p:sldLayoutId id="2147483666" r:id="rId13"/>
    <p:sldLayoutId id="2147483667" r:id="rId14"/>
    <p:sldLayoutId id="2147483668" r:id="rId15"/>
    <p:sldLayoutId id="2147483669" r:id="rId16"/>
    <p:sldLayoutId id="2147483670" r:id="rId17"/>
    <p:sldLayoutId id="2147483671" r:id="rId18"/>
    <p:sldLayoutId id="2147483672" r:id="rId19"/>
    <p:sldLayoutId id="2147483673" r:id="rId2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github.com/enels-uchi/ml-ops-final-group-3"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5.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9.xml"/><Relationship Id="rId1" Type="http://schemas.openxmlformats.org/officeDocument/2006/relationships/slideLayout" Target="../slideLayouts/slideLayout5.xml"/><Relationship Id="rId4" Type="http://schemas.openxmlformats.org/officeDocument/2006/relationships/image" Target="../media/image27.png"/></Relationships>
</file>

<file path=ppt/slides/_rels/slide2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1.xml"/><Relationship Id="rId1" Type="http://schemas.openxmlformats.org/officeDocument/2006/relationships/slideLayout" Target="../slideLayouts/slideLayout5.xml"/><Relationship Id="rId4" Type="http://schemas.openxmlformats.org/officeDocument/2006/relationships/hyperlink" Target="https://github.com/enels-uchi/ml-ops-final-group-3"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grpSp>
        <p:nvGrpSpPr>
          <p:cNvPr id="128" name="Google Shape;128;g3f723ec14bb_0_12"/>
          <p:cNvGrpSpPr/>
          <p:nvPr/>
        </p:nvGrpSpPr>
        <p:grpSpPr>
          <a:xfrm>
            <a:off x="-80776" y="2420671"/>
            <a:ext cx="12272810" cy="1903495"/>
            <a:chOff x="-581317" y="2149536"/>
            <a:chExt cx="12064101" cy="1903495"/>
          </a:xfrm>
        </p:grpSpPr>
        <p:sp>
          <p:nvSpPr>
            <p:cNvPr id="129" name="Google Shape;129;g3f723ec14bb_0_12"/>
            <p:cNvSpPr txBox="1"/>
            <p:nvPr/>
          </p:nvSpPr>
          <p:spPr>
            <a:xfrm>
              <a:off x="-581317" y="2149536"/>
              <a:ext cx="11984700" cy="1523700"/>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5400">
                  <a:solidFill>
                    <a:srgbClr val="262626"/>
                  </a:solidFill>
                </a:rPr>
                <a:t>Diabetic Patient Readmission</a:t>
              </a:r>
              <a:endParaRPr sz="5400">
                <a:solidFill>
                  <a:srgbClr val="262626"/>
                </a:solidFill>
              </a:endParaRPr>
            </a:p>
            <a:p>
              <a:pPr marL="0" marR="0" lvl="0" indent="0" algn="ctr" rtl="0">
                <a:spcBef>
                  <a:spcPts val="0"/>
                </a:spcBef>
                <a:spcAft>
                  <a:spcPts val="0"/>
                </a:spcAft>
                <a:buNone/>
              </a:pPr>
              <a:r>
                <a:rPr lang="en-US" sz="3900">
                  <a:solidFill>
                    <a:srgbClr val="262626"/>
                  </a:solidFill>
                </a:rPr>
                <a:t>An end-to-end MLOps pipeline</a:t>
              </a:r>
              <a:endParaRPr sz="3900">
                <a:solidFill>
                  <a:srgbClr val="262626"/>
                </a:solidFill>
              </a:endParaRPr>
            </a:p>
          </p:txBody>
        </p:sp>
        <p:sp>
          <p:nvSpPr>
            <p:cNvPr id="130" name="Google Shape;130;g3f723ec14bb_0_12"/>
            <p:cNvSpPr txBox="1"/>
            <p:nvPr/>
          </p:nvSpPr>
          <p:spPr>
            <a:xfrm>
              <a:off x="-501916" y="3673231"/>
              <a:ext cx="11984700" cy="379800"/>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1867">
                  <a:solidFill>
                    <a:srgbClr val="262626"/>
                  </a:solidFill>
                </a:rPr>
                <a:t>Afnan Waseem, Sami Samim, Wendy Xing, Eric Nelson</a:t>
              </a:r>
              <a:endParaRPr sz="1867" b="0" i="0" u="none" strike="noStrike" cap="none">
                <a:solidFill>
                  <a:srgbClr val="262626"/>
                </a:solidFill>
                <a:latin typeface="Arial"/>
                <a:ea typeface="Arial"/>
                <a:cs typeface="Arial"/>
                <a:sym typeface="Arial"/>
              </a:endParaRPr>
            </a:p>
          </p:txBody>
        </p:sp>
      </p:grpSp>
      <p:sp>
        <p:nvSpPr>
          <p:cNvPr id="131" name="Google Shape;131;g3f723ec14bb_0_12"/>
          <p:cNvSpPr txBox="1">
            <a:spLocks noGrp="1"/>
          </p:cNvSpPr>
          <p:nvPr>
            <p:ph type="sldNum" idx="12"/>
          </p:nvPr>
        </p:nvSpPr>
        <p:spPr>
          <a:xfrm>
            <a:off x="11409045" y="6333134"/>
            <a:ext cx="731700" cy="5250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US"/>
              <a:t>1</a:t>
            </a:fld>
            <a:endParaRPr/>
          </a:p>
        </p:txBody>
      </p:sp>
      <p:sp>
        <p:nvSpPr>
          <p:cNvPr id="132" name="Google Shape;132;g3f723ec14bb_0_12"/>
          <p:cNvSpPr txBox="1"/>
          <p:nvPr/>
        </p:nvSpPr>
        <p:spPr>
          <a:xfrm>
            <a:off x="3232500" y="4520550"/>
            <a:ext cx="5727000" cy="278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a:t>GitHub Repo:  </a:t>
            </a:r>
            <a:r>
              <a:rPr lang="en-US" u="sng">
                <a:solidFill>
                  <a:srgbClr val="F7555F"/>
                </a:solidFill>
                <a:hlinkClick r:id="rId3">
                  <a:extLst>
                    <a:ext uri="{A12FA001-AC4F-418D-AE19-62706E023703}">
                      <ahyp:hlinkClr xmlns:ahyp="http://schemas.microsoft.com/office/drawing/2018/hyperlinkcolor" val="tx"/>
                    </a:ext>
                  </a:extLst>
                </a:hlinkClick>
              </a:rPr>
              <a:t>https://github.com/enels-uchi/ml-ops-final-group-3</a:t>
            </a:r>
            <a:r>
              <a:rPr lang="en-US">
                <a:solidFill>
                  <a:srgbClr val="F7555F"/>
                </a:solidFill>
              </a:rPr>
              <a:t> </a:t>
            </a:r>
            <a:endParaRPr>
              <a:solidFill>
                <a:srgbClr val="F7555F"/>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g3f72959162f_1_42"/>
          <p:cNvSpPr txBox="1">
            <a:spLocks noGrp="1"/>
          </p:cNvSpPr>
          <p:nvPr>
            <p:ph type="body" idx="1"/>
          </p:nvPr>
        </p:nvSpPr>
        <p:spPr>
          <a:xfrm>
            <a:off x="323529" y="145548"/>
            <a:ext cx="11573100" cy="724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262626"/>
              </a:buClr>
              <a:buSzPts val="5400"/>
              <a:buNone/>
            </a:pPr>
            <a:r>
              <a:rPr lang="en-US"/>
              <a:t>Meet The Team</a:t>
            </a:r>
            <a:endParaRPr/>
          </a:p>
        </p:txBody>
      </p:sp>
      <p:pic>
        <p:nvPicPr>
          <p:cNvPr id="138" name="Google Shape;138;g3f72959162f_1_42"/>
          <p:cNvPicPr preferRelativeResize="0"/>
          <p:nvPr/>
        </p:nvPicPr>
        <p:blipFill rotWithShape="1">
          <a:blip r:embed="rId3">
            <a:alphaModFix/>
          </a:blip>
          <a:srcRect/>
          <a:stretch/>
        </p:blipFill>
        <p:spPr>
          <a:xfrm>
            <a:off x="2730942" y="1878693"/>
            <a:ext cx="2183100" cy="2109600"/>
          </a:xfrm>
          <a:prstGeom prst="rect">
            <a:avLst/>
          </a:prstGeom>
          <a:noFill/>
          <a:ln>
            <a:noFill/>
          </a:ln>
        </p:spPr>
      </p:pic>
      <p:sp>
        <p:nvSpPr>
          <p:cNvPr id="139" name="Google Shape;139;g3f72959162f_1_42"/>
          <p:cNvSpPr/>
          <p:nvPr/>
        </p:nvSpPr>
        <p:spPr>
          <a:xfrm>
            <a:off x="3100686" y="2213658"/>
            <a:ext cx="1439700" cy="1439700"/>
          </a:xfrm>
          <a:prstGeom prst="ellipse">
            <a:avLst/>
          </a:prstGeom>
          <a:gradFill>
            <a:gsLst>
              <a:gs pos="0">
                <a:srgbClr val="DDDDDD"/>
              </a:gs>
              <a:gs pos="100000">
                <a:schemeClr val="lt1"/>
              </a:gs>
            </a:gsLst>
            <a:lin ang="8100019" scaled="0"/>
          </a:gradFill>
          <a:ln w="149225" cap="flat" cmpd="sng">
            <a:solidFill>
              <a:schemeClr val="accent1"/>
            </a:solidFill>
            <a:prstDash val="solid"/>
            <a:miter lim="8000"/>
            <a:headEnd type="none" w="sm" len="sm"/>
            <a:tailEnd type="none" w="sm" len="sm"/>
          </a:ln>
          <a:effectLst>
            <a:outerShdw blurRad="635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2800">
              <a:solidFill>
                <a:srgbClr val="595959"/>
              </a:solidFill>
              <a:latin typeface="Arial"/>
              <a:ea typeface="Arial"/>
              <a:cs typeface="Arial"/>
              <a:sym typeface="Arial"/>
            </a:endParaRPr>
          </a:p>
        </p:txBody>
      </p:sp>
      <p:pic>
        <p:nvPicPr>
          <p:cNvPr id="140" name="Google Shape;140;g3f72959162f_1_42"/>
          <p:cNvPicPr preferRelativeResize="0"/>
          <p:nvPr/>
        </p:nvPicPr>
        <p:blipFill rotWithShape="1">
          <a:blip r:embed="rId4">
            <a:alphaModFix/>
          </a:blip>
          <a:srcRect/>
          <a:stretch/>
        </p:blipFill>
        <p:spPr>
          <a:xfrm>
            <a:off x="4852451" y="1878693"/>
            <a:ext cx="2183100" cy="2109600"/>
          </a:xfrm>
          <a:prstGeom prst="rect">
            <a:avLst/>
          </a:prstGeom>
          <a:noFill/>
          <a:ln>
            <a:noFill/>
          </a:ln>
        </p:spPr>
      </p:pic>
      <p:sp>
        <p:nvSpPr>
          <p:cNvPr id="141" name="Google Shape;141;g3f72959162f_1_42"/>
          <p:cNvSpPr/>
          <p:nvPr/>
        </p:nvSpPr>
        <p:spPr>
          <a:xfrm>
            <a:off x="5224239" y="2213658"/>
            <a:ext cx="1439700" cy="1439700"/>
          </a:xfrm>
          <a:prstGeom prst="ellipse">
            <a:avLst/>
          </a:prstGeom>
          <a:gradFill>
            <a:gsLst>
              <a:gs pos="0">
                <a:srgbClr val="DDDDDD"/>
              </a:gs>
              <a:gs pos="100000">
                <a:schemeClr val="lt1"/>
              </a:gs>
            </a:gsLst>
            <a:lin ang="8100019" scaled="0"/>
          </a:gradFill>
          <a:ln w="149225" cap="flat" cmpd="sng">
            <a:solidFill>
              <a:schemeClr val="accent2"/>
            </a:solidFill>
            <a:prstDash val="solid"/>
            <a:miter lim="8000"/>
            <a:headEnd type="none" w="sm" len="sm"/>
            <a:tailEnd type="none" w="sm" len="sm"/>
          </a:ln>
          <a:effectLst>
            <a:outerShdw blurRad="635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2800">
              <a:solidFill>
                <a:srgbClr val="595959"/>
              </a:solidFill>
              <a:latin typeface="Arial"/>
              <a:ea typeface="Arial"/>
              <a:cs typeface="Arial"/>
              <a:sym typeface="Arial"/>
            </a:endParaRPr>
          </a:p>
        </p:txBody>
      </p:sp>
      <p:pic>
        <p:nvPicPr>
          <p:cNvPr id="142" name="Google Shape;142;g3f72959162f_1_42"/>
          <p:cNvPicPr preferRelativeResize="0"/>
          <p:nvPr/>
        </p:nvPicPr>
        <p:blipFill rotWithShape="1">
          <a:blip r:embed="rId5">
            <a:alphaModFix/>
          </a:blip>
          <a:srcRect/>
          <a:stretch/>
        </p:blipFill>
        <p:spPr>
          <a:xfrm>
            <a:off x="6973960" y="1878693"/>
            <a:ext cx="2183100" cy="2109600"/>
          </a:xfrm>
          <a:prstGeom prst="rect">
            <a:avLst/>
          </a:prstGeom>
          <a:noFill/>
          <a:ln>
            <a:noFill/>
          </a:ln>
        </p:spPr>
      </p:pic>
      <p:sp>
        <p:nvSpPr>
          <p:cNvPr id="143" name="Google Shape;143;g3f72959162f_1_42"/>
          <p:cNvSpPr/>
          <p:nvPr/>
        </p:nvSpPr>
        <p:spPr>
          <a:xfrm>
            <a:off x="7345748" y="2213658"/>
            <a:ext cx="1439700" cy="1439700"/>
          </a:xfrm>
          <a:prstGeom prst="ellipse">
            <a:avLst/>
          </a:prstGeom>
          <a:gradFill>
            <a:gsLst>
              <a:gs pos="0">
                <a:srgbClr val="DDDDDD"/>
              </a:gs>
              <a:gs pos="100000">
                <a:schemeClr val="lt1"/>
              </a:gs>
            </a:gsLst>
            <a:lin ang="8100019" scaled="0"/>
          </a:gradFill>
          <a:ln w="149225" cap="flat" cmpd="sng">
            <a:solidFill>
              <a:schemeClr val="accent3"/>
            </a:solidFill>
            <a:prstDash val="solid"/>
            <a:miter lim="8000"/>
            <a:headEnd type="none" w="sm" len="sm"/>
            <a:tailEnd type="none" w="sm" len="sm"/>
          </a:ln>
          <a:effectLst>
            <a:outerShdw blurRad="635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2800">
              <a:solidFill>
                <a:srgbClr val="595959"/>
              </a:solidFill>
              <a:latin typeface="Arial"/>
              <a:ea typeface="Arial"/>
              <a:cs typeface="Arial"/>
              <a:sym typeface="Arial"/>
            </a:endParaRPr>
          </a:p>
        </p:txBody>
      </p:sp>
      <p:pic>
        <p:nvPicPr>
          <p:cNvPr id="144" name="Google Shape;144;g3f72959162f_1_42"/>
          <p:cNvPicPr preferRelativeResize="0"/>
          <p:nvPr/>
        </p:nvPicPr>
        <p:blipFill rotWithShape="1">
          <a:blip r:embed="rId6">
            <a:alphaModFix/>
          </a:blip>
          <a:srcRect/>
          <a:stretch/>
        </p:blipFill>
        <p:spPr>
          <a:xfrm>
            <a:off x="9095469" y="1878693"/>
            <a:ext cx="2183100" cy="2109600"/>
          </a:xfrm>
          <a:prstGeom prst="rect">
            <a:avLst/>
          </a:prstGeom>
          <a:noFill/>
          <a:ln>
            <a:noFill/>
          </a:ln>
        </p:spPr>
      </p:pic>
      <p:sp>
        <p:nvSpPr>
          <p:cNvPr id="145" name="Google Shape;145;g3f72959162f_1_42"/>
          <p:cNvSpPr/>
          <p:nvPr/>
        </p:nvSpPr>
        <p:spPr>
          <a:xfrm>
            <a:off x="9467256" y="2213658"/>
            <a:ext cx="1439700" cy="1439700"/>
          </a:xfrm>
          <a:prstGeom prst="ellipse">
            <a:avLst/>
          </a:prstGeom>
          <a:gradFill>
            <a:gsLst>
              <a:gs pos="0">
                <a:srgbClr val="DDDDDD"/>
              </a:gs>
              <a:gs pos="100000">
                <a:schemeClr val="lt1"/>
              </a:gs>
            </a:gsLst>
            <a:lin ang="8100019" scaled="0"/>
          </a:gradFill>
          <a:ln w="149225" cap="flat" cmpd="sng">
            <a:solidFill>
              <a:schemeClr val="accent4"/>
            </a:solidFill>
            <a:prstDash val="solid"/>
            <a:miter lim="8000"/>
            <a:headEnd type="none" w="sm" len="sm"/>
            <a:tailEnd type="none" w="sm" len="sm"/>
          </a:ln>
          <a:effectLst>
            <a:outerShdw blurRad="635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2800">
              <a:solidFill>
                <a:srgbClr val="595959"/>
              </a:solidFill>
              <a:latin typeface="Arial"/>
              <a:ea typeface="Arial"/>
              <a:cs typeface="Arial"/>
              <a:sym typeface="Arial"/>
            </a:endParaRPr>
          </a:p>
        </p:txBody>
      </p:sp>
      <p:sp>
        <p:nvSpPr>
          <p:cNvPr id="146" name="Google Shape;146;g3f72959162f_1_42"/>
          <p:cNvSpPr txBox="1"/>
          <p:nvPr/>
        </p:nvSpPr>
        <p:spPr>
          <a:xfrm>
            <a:off x="3396548" y="2718030"/>
            <a:ext cx="847800" cy="492600"/>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1600" b="1">
                <a:solidFill>
                  <a:schemeClr val="accent1"/>
                </a:solidFill>
              </a:rPr>
              <a:t>Afnan Waseem</a:t>
            </a:r>
            <a:endParaRPr sz="1600" b="1">
              <a:solidFill>
                <a:schemeClr val="accent1"/>
              </a:solidFill>
            </a:endParaRPr>
          </a:p>
        </p:txBody>
      </p:sp>
      <p:sp>
        <p:nvSpPr>
          <p:cNvPr id="147" name="Google Shape;147;g3f72959162f_1_42"/>
          <p:cNvSpPr txBox="1"/>
          <p:nvPr/>
        </p:nvSpPr>
        <p:spPr>
          <a:xfrm>
            <a:off x="5520101" y="2718030"/>
            <a:ext cx="847800" cy="492600"/>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1600" b="1">
                <a:solidFill>
                  <a:schemeClr val="accent2"/>
                </a:solidFill>
              </a:rPr>
              <a:t>Sami Samim</a:t>
            </a:r>
            <a:endParaRPr sz="1600" b="1">
              <a:solidFill>
                <a:schemeClr val="accent2"/>
              </a:solidFill>
              <a:latin typeface="Arial"/>
              <a:ea typeface="Arial"/>
              <a:cs typeface="Arial"/>
              <a:sym typeface="Arial"/>
            </a:endParaRPr>
          </a:p>
        </p:txBody>
      </p:sp>
      <p:sp>
        <p:nvSpPr>
          <p:cNvPr id="148" name="Google Shape;148;g3f72959162f_1_42"/>
          <p:cNvSpPr txBox="1"/>
          <p:nvPr/>
        </p:nvSpPr>
        <p:spPr>
          <a:xfrm>
            <a:off x="7641610" y="2718030"/>
            <a:ext cx="847800" cy="492600"/>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1600" b="1">
                <a:solidFill>
                  <a:schemeClr val="accent3"/>
                </a:solidFill>
              </a:rPr>
              <a:t>Wendy Xing</a:t>
            </a:r>
            <a:endParaRPr sz="1600" b="1">
              <a:solidFill>
                <a:schemeClr val="accent3"/>
              </a:solidFill>
              <a:latin typeface="Arial"/>
              <a:ea typeface="Arial"/>
              <a:cs typeface="Arial"/>
              <a:sym typeface="Arial"/>
            </a:endParaRPr>
          </a:p>
        </p:txBody>
      </p:sp>
      <p:sp>
        <p:nvSpPr>
          <p:cNvPr id="149" name="Google Shape;149;g3f72959162f_1_42"/>
          <p:cNvSpPr txBox="1"/>
          <p:nvPr/>
        </p:nvSpPr>
        <p:spPr>
          <a:xfrm>
            <a:off x="9763118" y="2718030"/>
            <a:ext cx="847800" cy="492600"/>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1600" b="1">
                <a:solidFill>
                  <a:schemeClr val="accent4"/>
                </a:solidFill>
              </a:rPr>
              <a:t>Eric Nelson</a:t>
            </a:r>
            <a:endParaRPr sz="1600" b="1">
              <a:solidFill>
                <a:schemeClr val="accent4"/>
              </a:solidFill>
              <a:latin typeface="Arial"/>
              <a:ea typeface="Arial"/>
              <a:cs typeface="Arial"/>
              <a:sym typeface="Arial"/>
            </a:endParaRPr>
          </a:p>
        </p:txBody>
      </p:sp>
      <p:sp>
        <p:nvSpPr>
          <p:cNvPr id="150" name="Google Shape;150;g3f72959162f_1_42"/>
          <p:cNvSpPr txBox="1"/>
          <p:nvPr/>
        </p:nvSpPr>
        <p:spPr>
          <a:xfrm>
            <a:off x="2907899" y="4434560"/>
            <a:ext cx="1831800" cy="6465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200" b="1">
                <a:solidFill>
                  <a:srgbClr val="3F3F3F"/>
                </a:solidFill>
              </a:rPr>
              <a:t>Containerization</a:t>
            </a:r>
            <a:endParaRPr sz="1200" b="1">
              <a:solidFill>
                <a:srgbClr val="3F3F3F"/>
              </a:solidFill>
            </a:endParaRPr>
          </a:p>
          <a:p>
            <a:pPr marL="0" marR="0" lvl="0" indent="0" algn="ctr" rtl="0">
              <a:spcBef>
                <a:spcPts val="0"/>
              </a:spcBef>
              <a:spcAft>
                <a:spcPts val="0"/>
              </a:spcAft>
              <a:buNone/>
            </a:pPr>
            <a:r>
              <a:rPr lang="en-US" sz="1200" b="1">
                <a:solidFill>
                  <a:srgbClr val="3F3F3F"/>
                </a:solidFill>
              </a:rPr>
              <a:t>FastAPI</a:t>
            </a:r>
            <a:endParaRPr sz="1200" b="1">
              <a:solidFill>
                <a:srgbClr val="3F3F3F"/>
              </a:solidFill>
            </a:endParaRPr>
          </a:p>
          <a:p>
            <a:pPr marL="0" marR="0" lvl="0" indent="0" algn="ctr" rtl="0">
              <a:spcBef>
                <a:spcPts val="0"/>
              </a:spcBef>
              <a:spcAft>
                <a:spcPts val="0"/>
              </a:spcAft>
              <a:buNone/>
            </a:pPr>
            <a:r>
              <a:rPr lang="en-US" sz="1200" b="1">
                <a:solidFill>
                  <a:srgbClr val="3F3F3F"/>
                </a:solidFill>
              </a:rPr>
              <a:t>Live Monitoring</a:t>
            </a:r>
            <a:endParaRPr sz="1200" b="1">
              <a:solidFill>
                <a:srgbClr val="3F3F3F"/>
              </a:solidFill>
            </a:endParaRPr>
          </a:p>
        </p:txBody>
      </p:sp>
      <p:sp>
        <p:nvSpPr>
          <p:cNvPr id="151" name="Google Shape;151;g3f72959162f_1_42"/>
          <p:cNvSpPr txBox="1"/>
          <p:nvPr/>
        </p:nvSpPr>
        <p:spPr>
          <a:xfrm>
            <a:off x="9274469" y="4434560"/>
            <a:ext cx="1831800" cy="6465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200" b="1">
                <a:solidFill>
                  <a:srgbClr val="3F3F3F"/>
                </a:solidFill>
              </a:rPr>
              <a:t>Git Repository</a:t>
            </a:r>
            <a:endParaRPr sz="1200" b="1">
              <a:solidFill>
                <a:srgbClr val="3F3F3F"/>
              </a:solidFill>
            </a:endParaRPr>
          </a:p>
          <a:p>
            <a:pPr marL="0" marR="0" lvl="0" indent="0" algn="ctr" rtl="0">
              <a:spcBef>
                <a:spcPts val="0"/>
              </a:spcBef>
              <a:spcAft>
                <a:spcPts val="0"/>
              </a:spcAft>
              <a:buNone/>
            </a:pPr>
            <a:r>
              <a:rPr lang="en-US" sz="1200" b="1">
                <a:solidFill>
                  <a:srgbClr val="3F3F3F"/>
                </a:solidFill>
              </a:rPr>
              <a:t>Preprocessing</a:t>
            </a:r>
            <a:endParaRPr sz="1200" b="1">
              <a:solidFill>
                <a:srgbClr val="3F3F3F"/>
              </a:solidFill>
            </a:endParaRPr>
          </a:p>
          <a:p>
            <a:pPr marL="0" marR="0" lvl="0" indent="0" algn="ctr" rtl="0">
              <a:spcBef>
                <a:spcPts val="0"/>
              </a:spcBef>
              <a:spcAft>
                <a:spcPts val="0"/>
              </a:spcAft>
              <a:buNone/>
            </a:pPr>
            <a:r>
              <a:rPr lang="en-US" sz="1200" b="1">
                <a:solidFill>
                  <a:srgbClr val="3F3F3F"/>
                </a:solidFill>
              </a:rPr>
              <a:t>Feature Store </a:t>
            </a:r>
            <a:endParaRPr sz="1200" b="1">
              <a:solidFill>
                <a:srgbClr val="3F3F3F"/>
              </a:solidFill>
            </a:endParaRPr>
          </a:p>
        </p:txBody>
      </p:sp>
      <p:sp>
        <p:nvSpPr>
          <p:cNvPr id="152" name="Google Shape;152;g3f72959162f_1_42"/>
          <p:cNvSpPr txBox="1"/>
          <p:nvPr/>
        </p:nvSpPr>
        <p:spPr>
          <a:xfrm>
            <a:off x="7152279" y="4434560"/>
            <a:ext cx="1831800" cy="4617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200" b="1" dirty="0">
                <a:solidFill>
                  <a:srgbClr val="3F3F3F"/>
                </a:solidFill>
              </a:rPr>
              <a:t>Monitoring</a:t>
            </a:r>
            <a:endParaRPr sz="1200" b="1" dirty="0">
              <a:solidFill>
                <a:srgbClr val="3F3F3F"/>
              </a:solidFill>
            </a:endParaRPr>
          </a:p>
          <a:p>
            <a:pPr marL="0" marR="0" lvl="0" indent="0" algn="ctr" rtl="0">
              <a:spcBef>
                <a:spcPts val="0"/>
              </a:spcBef>
              <a:spcAft>
                <a:spcPts val="0"/>
              </a:spcAft>
              <a:buNone/>
            </a:pPr>
            <a:r>
              <a:rPr lang="en-US" sz="1200" b="1" dirty="0">
                <a:solidFill>
                  <a:srgbClr val="3F3F3F"/>
                </a:solidFill>
              </a:rPr>
              <a:t>Drift Analysis</a:t>
            </a:r>
            <a:endParaRPr sz="1200" b="1" dirty="0">
              <a:solidFill>
                <a:srgbClr val="3F3F3F"/>
              </a:solidFill>
            </a:endParaRPr>
          </a:p>
        </p:txBody>
      </p:sp>
      <p:sp>
        <p:nvSpPr>
          <p:cNvPr id="153" name="Google Shape;153;g3f72959162f_1_42"/>
          <p:cNvSpPr txBox="1"/>
          <p:nvPr/>
        </p:nvSpPr>
        <p:spPr>
          <a:xfrm>
            <a:off x="5030089" y="4434560"/>
            <a:ext cx="1831800" cy="4617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200" b="1">
                <a:solidFill>
                  <a:srgbClr val="3F3F3F"/>
                </a:solidFill>
              </a:rPr>
              <a:t>AutoML</a:t>
            </a:r>
            <a:endParaRPr sz="1200" b="1">
              <a:solidFill>
                <a:srgbClr val="3F3F3F"/>
              </a:solidFill>
            </a:endParaRPr>
          </a:p>
          <a:p>
            <a:pPr marL="0" marR="0" lvl="0" indent="0" algn="ctr" rtl="0">
              <a:spcBef>
                <a:spcPts val="0"/>
              </a:spcBef>
              <a:spcAft>
                <a:spcPts val="0"/>
              </a:spcAft>
              <a:buNone/>
            </a:pPr>
            <a:r>
              <a:rPr lang="en-US" sz="1200" b="1">
                <a:solidFill>
                  <a:srgbClr val="3F3F3F"/>
                </a:solidFill>
              </a:rPr>
              <a:t>Experiment Tracking</a:t>
            </a:r>
            <a:endParaRPr sz="1200" b="1">
              <a:solidFill>
                <a:srgbClr val="3F3F3F"/>
              </a:solidFill>
            </a:endParaRPr>
          </a:p>
        </p:txBody>
      </p:sp>
      <p:grpSp>
        <p:nvGrpSpPr>
          <p:cNvPr id="154" name="Google Shape;154;g3f72959162f_1_42"/>
          <p:cNvGrpSpPr/>
          <p:nvPr/>
        </p:nvGrpSpPr>
        <p:grpSpPr>
          <a:xfrm flipH="1">
            <a:off x="526175" y="1274488"/>
            <a:ext cx="1909713" cy="5431084"/>
            <a:chOff x="9202928" y="131679"/>
            <a:chExt cx="1909713" cy="5431084"/>
          </a:xfrm>
        </p:grpSpPr>
        <p:sp>
          <p:nvSpPr>
            <p:cNvPr id="155" name="Google Shape;155;g3f72959162f_1_42"/>
            <p:cNvSpPr/>
            <p:nvPr/>
          </p:nvSpPr>
          <p:spPr>
            <a:xfrm flipH="1">
              <a:off x="9230556" y="2383308"/>
              <a:ext cx="1451136" cy="3179455"/>
            </a:xfrm>
            <a:custGeom>
              <a:avLst/>
              <a:gdLst/>
              <a:ahLst/>
              <a:cxnLst/>
              <a:rect l="l" t="t" r="r" b="b"/>
              <a:pathLst>
                <a:path w="1831086" h="4011930" extrusionOk="0">
                  <a:moveTo>
                    <a:pt x="1304660" y="1554179"/>
                  </a:moveTo>
                  <a:cubicBezTo>
                    <a:pt x="1273799" y="2008179"/>
                    <a:pt x="1218935" y="2403200"/>
                    <a:pt x="1220992" y="2856514"/>
                  </a:cubicBezTo>
                  <a:cubicBezTo>
                    <a:pt x="1220992" y="2862000"/>
                    <a:pt x="1216191" y="2962127"/>
                    <a:pt x="1216191" y="2967613"/>
                  </a:cubicBezTo>
                  <a:cubicBezTo>
                    <a:pt x="1218935" y="3019048"/>
                    <a:pt x="1233336" y="3123290"/>
                    <a:pt x="1234708" y="3161695"/>
                  </a:cubicBezTo>
                  <a:cubicBezTo>
                    <a:pt x="1238137" y="3242619"/>
                    <a:pt x="1254596" y="3217244"/>
                    <a:pt x="1294373" y="3304341"/>
                  </a:cubicBezTo>
                  <a:cubicBezTo>
                    <a:pt x="1330034" y="3382522"/>
                    <a:pt x="1368439" y="3414755"/>
                    <a:pt x="1413016" y="3487450"/>
                  </a:cubicBezTo>
                  <a:cubicBezTo>
                    <a:pt x="1457593" y="3560144"/>
                    <a:pt x="1539203" y="3582090"/>
                    <a:pt x="1618756" y="3602664"/>
                  </a:cubicBezTo>
                  <a:cubicBezTo>
                    <a:pt x="1685279" y="3619123"/>
                    <a:pt x="1713396" y="3647241"/>
                    <a:pt x="1779919" y="3664386"/>
                  </a:cubicBezTo>
                  <a:cubicBezTo>
                    <a:pt x="1819010" y="3677416"/>
                    <a:pt x="1843013" y="3730909"/>
                    <a:pt x="1827239" y="3761770"/>
                  </a:cubicBezTo>
                  <a:lnTo>
                    <a:pt x="1823810" y="3772057"/>
                  </a:lnTo>
                  <a:cubicBezTo>
                    <a:pt x="1821067" y="3785087"/>
                    <a:pt x="1797064" y="3795374"/>
                    <a:pt x="1797064" y="3795374"/>
                  </a:cubicBezTo>
                  <a:lnTo>
                    <a:pt x="1795692" y="3797431"/>
                  </a:lnTo>
                  <a:cubicBezTo>
                    <a:pt x="1786777" y="3815262"/>
                    <a:pt x="1517943" y="3820063"/>
                    <a:pt x="1506285" y="3813890"/>
                  </a:cubicBezTo>
                  <a:cubicBezTo>
                    <a:pt x="1424675" y="3805661"/>
                    <a:pt x="1244995" y="3784401"/>
                    <a:pt x="1244995" y="3784401"/>
                  </a:cubicBezTo>
                  <a:cubicBezTo>
                    <a:pt x="1244309" y="3781658"/>
                    <a:pt x="1241566" y="3726108"/>
                    <a:pt x="1169557" y="3729537"/>
                  </a:cubicBezTo>
                  <a:cubicBezTo>
                    <a:pt x="1144183" y="3730909"/>
                    <a:pt x="1170243" y="3765199"/>
                    <a:pt x="1153784" y="3777543"/>
                  </a:cubicBezTo>
                  <a:cubicBezTo>
                    <a:pt x="1135267" y="3791259"/>
                    <a:pt x="1089319" y="3787830"/>
                    <a:pt x="1066687" y="3787144"/>
                  </a:cubicBezTo>
                  <a:cubicBezTo>
                    <a:pt x="1026225" y="3785773"/>
                    <a:pt x="849289" y="3803603"/>
                    <a:pt x="851346" y="3750797"/>
                  </a:cubicBezTo>
                  <a:cubicBezTo>
                    <a:pt x="856147" y="3690446"/>
                    <a:pt x="814313" y="3649298"/>
                    <a:pt x="821857" y="3593063"/>
                  </a:cubicBezTo>
                  <a:cubicBezTo>
                    <a:pt x="830772" y="3525854"/>
                    <a:pt x="790996" y="3438758"/>
                    <a:pt x="804712" y="3368120"/>
                  </a:cubicBezTo>
                  <a:cubicBezTo>
                    <a:pt x="813627" y="3324915"/>
                    <a:pt x="795796" y="3063625"/>
                    <a:pt x="784138" y="2921665"/>
                  </a:cubicBezTo>
                  <a:cubicBezTo>
                    <a:pt x="761506" y="2637058"/>
                    <a:pt x="753962" y="2359994"/>
                    <a:pt x="731331" y="2075387"/>
                  </a:cubicBezTo>
                  <a:cubicBezTo>
                    <a:pt x="727216" y="2023952"/>
                    <a:pt x="688126" y="1623445"/>
                    <a:pt x="688126" y="1612472"/>
                  </a:cubicBezTo>
                  <a:cubicBezTo>
                    <a:pt x="670981" y="1621387"/>
                    <a:pt x="587999" y="2181001"/>
                    <a:pt x="587313" y="2187173"/>
                  </a:cubicBezTo>
                  <a:cubicBezTo>
                    <a:pt x="559195" y="2231750"/>
                    <a:pt x="564682" y="2326390"/>
                    <a:pt x="557824" y="2378511"/>
                  </a:cubicBezTo>
                  <a:cubicBezTo>
                    <a:pt x="557824" y="2427889"/>
                    <a:pt x="544108" y="2480695"/>
                    <a:pt x="537935" y="2530073"/>
                  </a:cubicBezTo>
                  <a:cubicBezTo>
                    <a:pt x="507760" y="2759816"/>
                    <a:pt x="525591" y="2995045"/>
                    <a:pt x="538621" y="3224788"/>
                  </a:cubicBezTo>
                  <a:cubicBezTo>
                    <a:pt x="542736" y="3289939"/>
                    <a:pt x="546165" y="3355776"/>
                    <a:pt x="550280" y="3420927"/>
                  </a:cubicBezTo>
                  <a:cubicBezTo>
                    <a:pt x="553023" y="3470305"/>
                    <a:pt x="570168" y="3603350"/>
                    <a:pt x="528334" y="3635582"/>
                  </a:cubicBezTo>
                  <a:cubicBezTo>
                    <a:pt x="474842" y="3676730"/>
                    <a:pt x="477585" y="3669872"/>
                    <a:pt x="519419" y="3728165"/>
                  </a:cubicBezTo>
                  <a:cubicBezTo>
                    <a:pt x="539307" y="3756283"/>
                    <a:pt x="552337" y="3787830"/>
                    <a:pt x="568111" y="3818005"/>
                  </a:cubicBezTo>
                  <a:cubicBezTo>
                    <a:pt x="590056" y="3858467"/>
                    <a:pt x="640120" y="3975053"/>
                    <a:pt x="568796" y="3986712"/>
                  </a:cubicBezTo>
                  <a:cubicBezTo>
                    <a:pt x="537935" y="3999742"/>
                    <a:pt x="537935" y="3999742"/>
                    <a:pt x="500216" y="4008658"/>
                  </a:cubicBezTo>
                  <a:cubicBezTo>
                    <a:pt x="467298" y="4016201"/>
                    <a:pt x="401461" y="4014830"/>
                    <a:pt x="368543" y="4011401"/>
                  </a:cubicBezTo>
                  <a:cubicBezTo>
                    <a:pt x="267730" y="4000428"/>
                    <a:pt x="118226" y="3964081"/>
                    <a:pt x="116854" y="3837893"/>
                  </a:cubicBezTo>
                  <a:cubicBezTo>
                    <a:pt x="116168" y="3792631"/>
                    <a:pt x="124398" y="3745996"/>
                    <a:pt x="116168" y="3700733"/>
                  </a:cubicBezTo>
                  <a:cubicBezTo>
                    <a:pt x="107253" y="3652727"/>
                    <a:pt x="40045" y="3654785"/>
                    <a:pt x="13984" y="3615694"/>
                  </a:cubicBezTo>
                  <a:cubicBezTo>
                    <a:pt x="-15505" y="3569746"/>
                    <a:pt x="11241" y="3481963"/>
                    <a:pt x="8498" y="3427785"/>
                  </a:cubicBezTo>
                  <a:cubicBezTo>
                    <a:pt x="-2475" y="3250849"/>
                    <a:pt x="9869" y="3073912"/>
                    <a:pt x="19471" y="2896976"/>
                  </a:cubicBezTo>
                  <a:cubicBezTo>
                    <a:pt x="44159" y="2432003"/>
                    <a:pt x="59933" y="1965659"/>
                    <a:pt x="96280" y="1501372"/>
                  </a:cubicBezTo>
                  <a:cubicBezTo>
                    <a:pt x="119597" y="1203736"/>
                    <a:pt x="144286" y="905412"/>
                    <a:pt x="172404" y="607775"/>
                  </a:cubicBezTo>
                  <a:cubicBezTo>
                    <a:pt x="184748" y="477473"/>
                    <a:pt x="197779" y="346485"/>
                    <a:pt x="213552" y="216183"/>
                  </a:cubicBezTo>
                  <a:cubicBezTo>
                    <a:pt x="221096" y="154461"/>
                    <a:pt x="220410" y="75594"/>
                    <a:pt x="247156" y="17987"/>
                  </a:cubicBezTo>
                  <a:cubicBezTo>
                    <a:pt x="248528" y="14558"/>
                    <a:pt x="949415" y="22102"/>
                    <a:pt x="950101" y="18673"/>
                  </a:cubicBezTo>
                  <a:cubicBezTo>
                    <a:pt x="959017" y="9758"/>
                    <a:pt x="970675" y="10443"/>
                    <a:pt x="982334" y="9758"/>
                  </a:cubicBezTo>
                  <a:cubicBezTo>
                    <a:pt x="1028968" y="7014"/>
                    <a:pt x="1075603" y="3585"/>
                    <a:pt x="1121551" y="156"/>
                  </a:cubicBezTo>
                  <a:cubicBezTo>
                    <a:pt x="1139382" y="-1215"/>
                    <a:pt x="1286143" y="6329"/>
                    <a:pt x="1299859" y="26903"/>
                  </a:cubicBezTo>
                  <a:cubicBezTo>
                    <a:pt x="1298487" y="42676"/>
                    <a:pt x="1305345" y="1537034"/>
                    <a:pt x="1304660" y="155417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56" name="Google Shape;156;g3f72959162f_1_42"/>
            <p:cNvSpPr/>
            <p:nvPr/>
          </p:nvSpPr>
          <p:spPr>
            <a:xfrm flipH="1">
              <a:off x="9748087" y="827511"/>
              <a:ext cx="592411" cy="1565270"/>
            </a:xfrm>
            <a:custGeom>
              <a:avLst/>
              <a:gdLst/>
              <a:ahLst/>
              <a:cxnLst/>
              <a:rect l="l" t="t" r="r" b="b"/>
              <a:pathLst>
                <a:path w="747522" h="1975104" extrusionOk="0">
                  <a:moveTo>
                    <a:pt x="750892" y="1914068"/>
                  </a:moveTo>
                  <a:cubicBezTo>
                    <a:pt x="750206" y="1900352"/>
                    <a:pt x="745405" y="1810512"/>
                    <a:pt x="743348" y="1778279"/>
                  </a:cubicBezTo>
                  <a:cubicBezTo>
                    <a:pt x="739919" y="1715186"/>
                    <a:pt x="675454" y="1010183"/>
                    <a:pt x="669967" y="969721"/>
                  </a:cubicBezTo>
                  <a:cubicBezTo>
                    <a:pt x="648022" y="801700"/>
                    <a:pt x="597273" y="635737"/>
                    <a:pt x="565726" y="469087"/>
                  </a:cubicBezTo>
                  <a:cubicBezTo>
                    <a:pt x="547895" y="375133"/>
                    <a:pt x="518406" y="100127"/>
                    <a:pt x="518406" y="98069"/>
                  </a:cubicBezTo>
                  <a:cubicBezTo>
                    <a:pt x="514977" y="93955"/>
                    <a:pt x="517034" y="86411"/>
                    <a:pt x="508804" y="85725"/>
                  </a:cubicBezTo>
                  <a:cubicBezTo>
                    <a:pt x="499203" y="90526"/>
                    <a:pt x="496460" y="100127"/>
                    <a:pt x="491659" y="107671"/>
                  </a:cubicBezTo>
                  <a:cubicBezTo>
                    <a:pt x="471085" y="145390"/>
                    <a:pt x="427880" y="224257"/>
                    <a:pt x="409363" y="263347"/>
                  </a:cubicBezTo>
                  <a:cubicBezTo>
                    <a:pt x="402505" y="277063"/>
                    <a:pt x="381246" y="272948"/>
                    <a:pt x="357243" y="269519"/>
                  </a:cubicBezTo>
                  <a:cubicBezTo>
                    <a:pt x="351070" y="269519"/>
                    <a:pt x="178249" y="119329"/>
                    <a:pt x="102125" y="59665"/>
                  </a:cubicBezTo>
                  <a:cubicBezTo>
                    <a:pt x="81551" y="43891"/>
                    <a:pt x="64406" y="28804"/>
                    <a:pt x="67835" y="0"/>
                  </a:cubicBezTo>
                  <a:cubicBezTo>
                    <a:pt x="42460" y="3429"/>
                    <a:pt x="21886" y="9601"/>
                    <a:pt x="17772" y="43205"/>
                  </a:cubicBezTo>
                  <a:cubicBezTo>
                    <a:pt x="17086" y="71323"/>
                    <a:pt x="6799" y="76124"/>
                    <a:pt x="1312" y="95326"/>
                  </a:cubicBezTo>
                  <a:cubicBezTo>
                    <a:pt x="-5546" y="117958"/>
                    <a:pt x="15714" y="122758"/>
                    <a:pt x="36288" y="135788"/>
                  </a:cubicBezTo>
                  <a:cubicBezTo>
                    <a:pt x="59605" y="150876"/>
                    <a:pt x="76750" y="190652"/>
                    <a:pt x="93895" y="211912"/>
                  </a:cubicBezTo>
                  <a:cubicBezTo>
                    <a:pt x="199509" y="341528"/>
                    <a:pt x="315409" y="719404"/>
                    <a:pt x="323638" y="756437"/>
                  </a:cubicBezTo>
                  <a:cubicBezTo>
                    <a:pt x="340098" y="831875"/>
                    <a:pt x="355185" y="907999"/>
                    <a:pt x="368901" y="984809"/>
                  </a:cubicBezTo>
                  <a:cubicBezTo>
                    <a:pt x="386046" y="1076706"/>
                    <a:pt x="401820" y="1168603"/>
                    <a:pt x="415536" y="1261186"/>
                  </a:cubicBezTo>
                  <a:cubicBezTo>
                    <a:pt x="436110" y="1398346"/>
                    <a:pt x="448454" y="1536878"/>
                    <a:pt x="458055" y="1675409"/>
                  </a:cubicBezTo>
                  <a:cubicBezTo>
                    <a:pt x="464227" y="1763878"/>
                    <a:pt x="468342" y="1853032"/>
                    <a:pt x="472457" y="1942186"/>
                  </a:cubicBezTo>
                  <a:cubicBezTo>
                    <a:pt x="473143" y="1954530"/>
                    <a:pt x="460113" y="1974418"/>
                    <a:pt x="474514" y="1981276"/>
                  </a:cubicBezTo>
                  <a:cubicBezTo>
                    <a:pt x="480687" y="1984019"/>
                    <a:pt x="656251" y="1973732"/>
                    <a:pt x="713173" y="1971675"/>
                  </a:cubicBezTo>
                  <a:cubicBezTo>
                    <a:pt x="718659" y="1971675"/>
                    <a:pt x="740605" y="1973047"/>
                    <a:pt x="746091" y="1970303"/>
                  </a:cubicBezTo>
                  <a:cubicBezTo>
                    <a:pt x="757750" y="1964817"/>
                    <a:pt x="752263" y="1925726"/>
                    <a:pt x="750892" y="1914068"/>
                  </a:cubicBezTo>
                  <a:close/>
                </a:path>
              </a:pathLst>
            </a:custGeom>
            <a:solidFill>
              <a:srgbClr val="9DDDE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57" name="Google Shape;157;g3f72959162f_1_42"/>
            <p:cNvSpPr/>
            <p:nvPr/>
          </p:nvSpPr>
          <p:spPr>
            <a:xfrm flipH="1">
              <a:off x="9202928" y="941518"/>
              <a:ext cx="722850" cy="2663133"/>
            </a:xfrm>
            <a:custGeom>
              <a:avLst/>
              <a:gdLst/>
              <a:ahLst/>
              <a:cxnLst/>
              <a:rect l="l" t="t" r="r" b="b"/>
              <a:pathLst>
                <a:path w="912114" h="3360420" extrusionOk="0">
                  <a:moveTo>
                    <a:pt x="0" y="0"/>
                  </a:moveTo>
                  <a:cubicBezTo>
                    <a:pt x="12344" y="7544"/>
                    <a:pt x="11659" y="10287"/>
                    <a:pt x="11659" y="10287"/>
                  </a:cubicBezTo>
                  <a:lnTo>
                    <a:pt x="32233" y="99441"/>
                  </a:lnTo>
                  <a:cubicBezTo>
                    <a:pt x="32233" y="99441"/>
                    <a:pt x="237973" y="151562"/>
                    <a:pt x="355244" y="221513"/>
                  </a:cubicBezTo>
                  <a:cubicBezTo>
                    <a:pt x="472516" y="291465"/>
                    <a:pt x="619277" y="590474"/>
                    <a:pt x="639851" y="691972"/>
                  </a:cubicBezTo>
                  <a:cubicBezTo>
                    <a:pt x="660425" y="793471"/>
                    <a:pt x="799643" y="1282446"/>
                    <a:pt x="844220" y="1599971"/>
                  </a:cubicBezTo>
                  <a:cubicBezTo>
                    <a:pt x="888797" y="1917497"/>
                    <a:pt x="918286" y="2125294"/>
                    <a:pt x="918286" y="2125294"/>
                  </a:cubicBezTo>
                  <a:lnTo>
                    <a:pt x="593903" y="2111578"/>
                  </a:lnTo>
                  <a:lnTo>
                    <a:pt x="477317" y="1719986"/>
                  </a:lnTo>
                  <a:lnTo>
                    <a:pt x="571271" y="3339846"/>
                  </a:lnTo>
                  <a:lnTo>
                    <a:pt x="281178" y="3367278"/>
                  </a:lnTo>
                  <a:cubicBezTo>
                    <a:pt x="281178" y="3367278"/>
                    <a:pt x="236601" y="2406472"/>
                    <a:pt x="212598" y="2028596"/>
                  </a:cubicBezTo>
                  <a:cubicBezTo>
                    <a:pt x="188595" y="1654150"/>
                    <a:pt x="193396" y="1313993"/>
                    <a:pt x="128245" y="866851"/>
                  </a:cubicBezTo>
                  <a:cubicBezTo>
                    <a:pt x="81610" y="545211"/>
                    <a:pt x="5486" y="220142"/>
                    <a:pt x="0" y="0"/>
                  </a:cubicBezTo>
                  <a:close/>
                </a:path>
              </a:pathLst>
            </a:cu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58" name="Google Shape;158;g3f72959162f_1_42"/>
            <p:cNvSpPr/>
            <p:nvPr/>
          </p:nvSpPr>
          <p:spPr>
            <a:xfrm flipH="1">
              <a:off x="9832368" y="145410"/>
              <a:ext cx="516322" cy="896769"/>
            </a:xfrm>
            <a:custGeom>
              <a:avLst/>
              <a:gdLst/>
              <a:ahLst/>
              <a:cxnLst/>
              <a:rect l="l" t="t" r="r" b="b"/>
              <a:pathLst>
                <a:path w="651510" h="1131570" extrusionOk="0">
                  <a:moveTo>
                    <a:pt x="622706" y="160770"/>
                  </a:moveTo>
                  <a:cubicBezTo>
                    <a:pt x="554812" y="8522"/>
                    <a:pt x="386105" y="-29882"/>
                    <a:pt x="226314" y="21553"/>
                  </a:cubicBezTo>
                  <a:cubicBezTo>
                    <a:pt x="124130" y="54471"/>
                    <a:pt x="45949" y="123051"/>
                    <a:pt x="23317" y="235522"/>
                  </a:cubicBezTo>
                  <a:cubicBezTo>
                    <a:pt x="12344" y="289700"/>
                    <a:pt x="28118" y="410401"/>
                    <a:pt x="26746" y="410401"/>
                  </a:cubicBezTo>
                  <a:cubicBezTo>
                    <a:pt x="4115" y="413830"/>
                    <a:pt x="0" y="440576"/>
                    <a:pt x="0" y="465951"/>
                  </a:cubicBezTo>
                  <a:cubicBezTo>
                    <a:pt x="0" y="540017"/>
                    <a:pt x="20574" y="613398"/>
                    <a:pt x="74066" y="652489"/>
                  </a:cubicBezTo>
                  <a:cubicBezTo>
                    <a:pt x="89154" y="663461"/>
                    <a:pt x="93269" y="678549"/>
                    <a:pt x="92583" y="697751"/>
                  </a:cubicBezTo>
                  <a:cubicBezTo>
                    <a:pt x="89840" y="789649"/>
                    <a:pt x="72009" y="851371"/>
                    <a:pt x="73381" y="863029"/>
                  </a:cubicBezTo>
                  <a:cubicBezTo>
                    <a:pt x="70637" y="890461"/>
                    <a:pt x="82982" y="908978"/>
                    <a:pt x="104242" y="925437"/>
                  </a:cubicBezTo>
                  <a:cubicBezTo>
                    <a:pt x="171450" y="978244"/>
                    <a:pt x="240716" y="1030364"/>
                    <a:pt x="306553" y="1084543"/>
                  </a:cubicBezTo>
                  <a:cubicBezTo>
                    <a:pt x="316840" y="1092772"/>
                    <a:pt x="357988" y="1124319"/>
                    <a:pt x="367589" y="1132549"/>
                  </a:cubicBezTo>
                  <a:cubicBezTo>
                    <a:pt x="373075" y="1135978"/>
                    <a:pt x="416966" y="1144207"/>
                    <a:pt x="434111" y="1107860"/>
                  </a:cubicBezTo>
                  <a:cubicBezTo>
                    <a:pt x="460172" y="1052996"/>
                    <a:pt x="486232" y="1011848"/>
                    <a:pt x="517093" y="959041"/>
                  </a:cubicBezTo>
                  <a:cubicBezTo>
                    <a:pt x="517093" y="954926"/>
                    <a:pt x="481432" y="924751"/>
                    <a:pt x="509549" y="887032"/>
                  </a:cubicBezTo>
                  <a:cubicBezTo>
                    <a:pt x="565099" y="812966"/>
                    <a:pt x="637794" y="593510"/>
                    <a:pt x="643966" y="576365"/>
                  </a:cubicBezTo>
                  <a:cubicBezTo>
                    <a:pt x="655625" y="527673"/>
                    <a:pt x="643280" y="489954"/>
                    <a:pt x="649453" y="461150"/>
                  </a:cubicBezTo>
                  <a:cubicBezTo>
                    <a:pt x="665912" y="398743"/>
                    <a:pt x="659054" y="226607"/>
                    <a:pt x="622706" y="160770"/>
                  </a:cubicBezTo>
                  <a:close/>
                </a:path>
              </a:pathLst>
            </a:custGeom>
            <a:solidFill>
              <a:srgbClr val="F9D6BA"/>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59" name="Google Shape;159;g3f72959162f_1_42"/>
            <p:cNvSpPr/>
            <p:nvPr/>
          </p:nvSpPr>
          <p:spPr>
            <a:xfrm flipH="1">
              <a:off x="9940670" y="773222"/>
              <a:ext cx="277183" cy="271748"/>
            </a:xfrm>
            <a:custGeom>
              <a:avLst/>
              <a:gdLst/>
              <a:ahLst/>
              <a:cxnLst/>
              <a:rect l="l" t="t" r="r" b="b"/>
              <a:pathLst>
                <a:path w="349758" h="342900" extrusionOk="0">
                  <a:moveTo>
                    <a:pt x="351815" y="165278"/>
                  </a:moveTo>
                  <a:cubicBezTo>
                    <a:pt x="320954" y="218084"/>
                    <a:pt x="295580" y="264033"/>
                    <a:pt x="266776" y="317525"/>
                  </a:cubicBezTo>
                  <a:cubicBezTo>
                    <a:pt x="245516" y="353873"/>
                    <a:pt x="215341" y="361417"/>
                    <a:pt x="183794" y="309982"/>
                  </a:cubicBezTo>
                  <a:cubicBezTo>
                    <a:pt x="159791" y="275006"/>
                    <a:pt x="139903" y="242773"/>
                    <a:pt x="121387" y="210541"/>
                  </a:cubicBezTo>
                  <a:cubicBezTo>
                    <a:pt x="84353" y="145390"/>
                    <a:pt x="4115" y="10287"/>
                    <a:pt x="0" y="0"/>
                  </a:cubicBezTo>
                  <a:cubicBezTo>
                    <a:pt x="37719" y="39776"/>
                    <a:pt x="76810" y="66523"/>
                    <a:pt x="111785" y="93955"/>
                  </a:cubicBezTo>
                  <a:cubicBezTo>
                    <a:pt x="183109" y="150876"/>
                    <a:pt x="262661" y="165964"/>
                    <a:pt x="336728" y="106985"/>
                  </a:cubicBezTo>
                  <a:cubicBezTo>
                    <a:pt x="338099" y="160477"/>
                    <a:pt x="351130" y="161849"/>
                    <a:pt x="351815" y="165278"/>
                  </a:cubicBezTo>
                  <a:close/>
                </a:path>
              </a:pathLst>
            </a:custGeom>
            <a:solidFill>
              <a:srgbClr val="E2C2A7"/>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60" name="Google Shape;160;g3f72959162f_1_42"/>
            <p:cNvSpPr/>
            <p:nvPr/>
          </p:nvSpPr>
          <p:spPr>
            <a:xfrm flipH="1">
              <a:off x="9207418" y="2728568"/>
              <a:ext cx="228269" cy="407622"/>
            </a:xfrm>
            <a:custGeom>
              <a:avLst/>
              <a:gdLst/>
              <a:ahLst/>
              <a:cxnLst/>
              <a:rect l="l" t="t" r="r" b="b"/>
              <a:pathLst>
                <a:path w="288036" h="514350" extrusionOk="0">
                  <a:moveTo>
                    <a:pt x="288211" y="224436"/>
                  </a:moveTo>
                  <a:cubicBezTo>
                    <a:pt x="288211" y="234037"/>
                    <a:pt x="293011" y="275871"/>
                    <a:pt x="288896" y="286843"/>
                  </a:cubicBezTo>
                  <a:cubicBezTo>
                    <a:pt x="253921" y="378741"/>
                    <a:pt x="192199" y="449378"/>
                    <a:pt x="113332" y="504928"/>
                  </a:cubicBezTo>
                  <a:cubicBezTo>
                    <a:pt x="81099" y="527559"/>
                    <a:pt x="61211" y="517272"/>
                    <a:pt x="52981" y="481611"/>
                  </a:cubicBezTo>
                  <a:cubicBezTo>
                    <a:pt x="53667" y="463780"/>
                    <a:pt x="57782" y="452121"/>
                    <a:pt x="61897" y="441148"/>
                  </a:cubicBezTo>
                  <a:cubicBezTo>
                    <a:pt x="63268" y="416460"/>
                    <a:pt x="64640" y="393142"/>
                    <a:pt x="82471" y="380798"/>
                  </a:cubicBezTo>
                  <a:cubicBezTo>
                    <a:pt x="133220" y="345136"/>
                    <a:pt x="172996" y="202490"/>
                    <a:pt x="133906" y="195632"/>
                  </a:cubicBezTo>
                  <a:cubicBezTo>
                    <a:pt x="93443" y="194946"/>
                    <a:pt x="89329" y="213463"/>
                    <a:pt x="87271" y="246381"/>
                  </a:cubicBezTo>
                  <a:cubicBezTo>
                    <a:pt x="84528" y="273813"/>
                    <a:pt x="88643" y="285472"/>
                    <a:pt x="82471" y="303988"/>
                  </a:cubicBezTo>
                  <a:cubicBezTo>
                    <a:pt x="75613" y="333478"/>
                    <a:pt x="68069" y="363653"/>
                    <a:pt x="40637" y="382170"/>
                  </a:cubicBezTo>
                  <a:cubicBezTo>
                    <a:pt x="24178" y="393142"/>
                    <a:pt x="9090" y="398629"/>
                    <a:pt x="1546" y="373254"/>
                  </a:cubicBezTo>
                  <a:cubicBezTo>
                    <a:pt x="-2569" y="341022"/>
                    <a:pt x="2232" y="96191"/>
                    <a:pt x="7718" y="80418"/>
                  </a:cubicBezTo>
                  <a:cubicBezTo>
                    <a:pt x="11833" y="52300"/>
                    <a:pt x="22120" y="26925"/>
                    <a:pt x="42008" y="6351"/>
                  </a:cubicBezTo>
                  <a:cubicBezTo>
                    <a:pt x="48866" y="-1192"/>
                    <a:pt x="57096" y="-507"/>
                    <a:pt x="66011" y="865"/>
                  </a:cubicBezTo>
                  <a:cubicBezTo>
                    <a:pt x="128419" y="9095"/>
                    <a:pt x="190141" y="18010"/>
                    <a:pt x="252549" y="27611"/>
                  </a:cubicBezTo>
                  <a:cubicBezTo>
                    <a:pt x="260093" y="28983"/>
                    <a:pt x="267637" y="31040"/>
                    <a:pt x="272437" y="37898"/>
                  </a:cubicBezTo>
                  <a:cubicBezTo>
                    <a:pt x="277238" y="49557"/>
                    <a:pt x="279981" y="203862"/>
                    <a:pt x="288211" y="224436"/>
                  </a:cubicBezTo>
                  <a:close/>
                </a:path>
              </a:pathLst>
            </a:custGeom>
            <a:solidFill>
              <a:srgbClr val="F9D6BA"/>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61" name="Google Shape;161;g3f72959162f_1_42"/>
            <p:cNvSpPr/>
            <p:nvPr/>
          </p:nvSpPr>
          <p:spPr>
            <a:xfrm flipH="1">
              <a:off x="9217146" y="2570131"/>
              <a:ext cx="201094" cy="190224"/>
            </a:xfrm>
            <a:custGeom>
              <a:avLst/>
              <a:gdLst/>
              <a:ahLst/>
              <a:cxnLst/>
              <a:rect l="l" t="t" r="r" b="b"/>
              <a:pathLst>
                <a:path w="253746" h="240030" extrusionOk="0">
                  <a:moveTo>
                    <a:pt x="249025" y="240785"/>
                  </a:moveTo>
                  <a:cubicBezTo>
                    <a:pt x="186617" y="231183"/>
                    <a:pt x="123524" y="221582"/>
                    <a:pt x="61116" y="211981"/>
                  </a:cubicBezTo>
                  <a:cubicBezTo>
                    <a:pt x="47400" y="209924"/>
                    <a:pt x="32998" y="208552"/>
                    <a:pt x="18596" y="206495"/>
                  </a:cubicBezTo>
                  <a:cubicBezTo>
                    <a:pt x="16539" y="205809"/>
                    <a:pt x="15167" y="205809"/>
                    <a:pt x="13110" y="205809"/>
                  </a:cubicBezTo>
                  <a:cubicBezTo>
                    <a:pt x="4194" y="191407"/>
                    <a:pt x="14481" y="174262"/>
                    <a:pt x="6938" y="159860"/>
                  </a:cubicBezTo>
                  <a:cubicBezTo>
                    <a:pt x="6938" y="150259"/>
                    <a:pt x="6252" y="140658"/>
                    <a:pt x="6252" y="131742"/>
                  </a:cubicBezTo>
                  <a:cubicBezTo>
                    <a:pt x="-606" y="113226"/>
                    <a:pt x="8309" y="92652"/>
                    <a:pt x="765" y="74135"/>
                  </a:cubicBezTo>
                  <a:cubicBezTo>
                    <a:pt x="-2664" y="54933"/>
                    <a:pt x="5566" y="42588"/>
                    <a:pt x="22711" y="32987"/>
                  </a:cubicBezTo>
                  <a:cubicBezTo>
                    <a:pt x="108436" y="-15705"/>
                    <a:pt x="159185" y="-10904"/>
                    <a:pt x="244224" y="50132"/>
                  </a:cubicBezTo>
                  <a:cubicBezTo>
                    <a:pt x="253826" y="56990"/>
                    <a:pt x="253140" y="65906"/>
                    <a:pt x="253140" y="75507"/>
                  </a:cubicBezTo>
                  <a:cubicBezTo>
                    <a:pt x="253826" y="102253"/>
                    <a:pt x="253826" y="128999"/>
                    <a:pt x="253826" y="155745"/>
                  </a:cubicBezTo>
                  <a:cubicBezTo>
                    <a:pt x="257255" y="184549"/>
                    <a:pt x="258626" y="212667"/>
                    <a:pt x="253140" y="241470"/>
                  </a:cubicBezTo>
                  <a:lnTo>
                    <a:pt x="253140" y="241470"/>
                  </a:lnTo>
                  <a:cubicBezTo>
                    <a:pt x="252454" y="243528"/>
                    <a:pt x="251082" y="243528"/>
                    <a:pt x="249025" y="240785"/>
                  </a:cubicBezTo>
                  <a:close/>
                </a:path>
              </a:pathLst>
            </a:custGeom>
            <a:solidFill>
              <a:srgbClr val="9DDDE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62" name="Google Shape;162;g3f72959162f_1_42"/>
            <p:cNvSpPr/>
            <p:nvPr/>
          </p:nvSpPr>
          <p:spPr>
            <a:xfrm flipH="1">
              <a:off x="9743241" y="1257122"/>
              <a:ext cx="114134" cy="244573"/>
            </a:xfrm>
            <a:custGeom>
              <a:avLst/>
              <a:gdLst/>
              <a:ahLst/>
              <a:cxnLst/>
              <a:rect l="l" t="t" r="r" b="b"/>
              <a:pathLst>
                <a:path w="144018" h="308610" extrusionOk="0">
                  <a:moveTo>
                    <a:pt x="0" y="4566"/>
                  </a:moveTo>
                  <a:cubicBezTo>
                    <a:pt x="9601" y="-3664"/>
                    <a:pt x="13716" y="451"/>
                    <a:pt x="19888" y="7309"/>
                  </a:cubicBezTo>
                  <a:cubicBezTo>
                    <a:pt x="21260" y="32684"/>
                    <a:pt x="24689" y="52572"/>
                    <a:pt x="28804" y="73146"/>
                  </a:cubicBezTo>
                  <a:cubicBezTo>
                    <a:pt x="40462" y="129381"/>
                    <a:pt x="58979" y="202762"/>
                    <a:pt x="75438" y="239109"/>
                  </a:cubicBezTo>
                  <a:cubicBezTo>
                    <a:pt x="80924" y="250082"/>
                    <a:pt x="97384" y="274085"/>
                    <a:pt x="104242" y="280943"/>
                  </a:cubicBezTo>
                  <a:cubicBezTo>
                    <a:pt x="114529" y="289173"/>
                    <a:pt x="128930" y="297402"/>
                    <a:pt x="143332" y="297402"/>
                  </a:cubicBezTo>
                  <a:cubicBezTo>
                    <a:pt x="148133" y="302889"/>
                    <a:pt x="148133" y="309061"/>
                    <a:pt x="143332" y="314547"/>
                  </a:cubicBezTo>
                  <a:cubicBezTo>
                    <a:pt x="102184" y="307004"/>
                    <a:pt x="76810" y="280257"/>
                    <a:pt x="60350" y="243910"/>
                  </a:cubicBezTo>
                  <a:cubicBezTo>
                    <a:pt x="31547" y="174644"/>
                    <a:pt x="14402" y="104007"/>
                    <a:pt x="4115" y="29940"/>
                  </a:cubicBezTo>
                  <a:cubicBezTo>
                    <a:pt x="3429" y="21711"/>
                    <a:pt x="2057" y="12110"/>
                    <a:pt x="0" y="4566"/>
                  </a:cubicBezTo>
                  <a:close/>
                </a:path>
              </a:pathLst>
            </a:custGeom>
            <a:solidFill>
              <a:srgbClr val="59595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63" name="Google Shape;163;g3f72959162f_1_42"/>
            <p:cNvSpPr/>
            <p:nvPr/>
          </p:nvSpPr>
          <p:spPr>
            <a:xfrm flipH="1">
              <a:off x="9607035" y="1234678"/>
              <a:ext cx="59785" cy="244573"/>
            </a:xfrm>
            <a:custGeom>
              <a:avLst/>
              <a:gdLst/>
              <a:ahLst/>
              <a:cxnLst/>
              <a:rect l="l" t="t" r="r" b="b"/>
              <a:pathLst>
                <a:path w="75438" h="308610" extrusionOk="0">
                  <a:moveTo>
                    <a:pt x="0" y="9601"/>
                  </a:moveTo>
                  <a:cubicBezTo>
                    <a:pt x="6172" y="3429"/>
                    <a:pt x="11659" y="6172"/>
                    <a:pt x="17145" y="0"/>
                  </a:cubicBezTo>
                  <a:cubicBezTo>
                    <a:pt x="45263" y="100127"/>
                    <a:pt x="62408" y="153619"/>
                    <a:pt x="75438" y="233858"/>
                  </a:cubicBezTo>
                  <a:cubicBezTo>
                    <a:pt x="78181" y="248945"/>
                    <a:pt x="78181" y="264033"/>
                    <a:pt x="75438" y="279121"/>
                  </a:cubicBezTo>
                  <a:cubicBezTo>
                    <a:pt x="71323" y="292837"/>
                    <a:pt x="69266" y="297637"/>
                    <a:pt x="65151" y="311353"/>
                  </a:cubicBezTo>
                  <a:cubicBezTo>
                    <a:pt x="56236" y="314782"/>
                    <a:pt x="53493" y="304495"/>
                    <a:pt x="47320" y="296951"/>
                  </a:cubicBezTo>
                  <a:cubicBezTo>
                    <a:pt x="58293" y="285979"/>
                    <a:pt x="61036" y="277749"/>
                    <a:pt x="61722" y="256489"/>
                  </a:cubicBezTo>
                  <a:cubicBezTo>
                    <a:pt x="59665" y="243459"/>
                    <a:pt x="60351" y="233172"/>
                    <a:pt x="57607" y="225628"/>
                  </a:cubicBezTo>
                  <a:cubicBezTo>
                    <a:pt x="44577" y="157734"/>
                    <a:pt x="28804" y="100127"/>
                    <a:pt x="5487" y="25375"/>
                  </a:cubicBezTo>
                  <a:cubicBezTo>
                    <a:pt x="4801" y="21946"/>
                    <a:pt x="2058" y="13030"/>
                    <a:pt x="0" y="9601"/>
                  </a:cubicBezTo>
                  <a:close/>
                </a:path>
              </a:pathLst>
            </a:custGeom>
            <a:solidFill>
              <a:srgbClr val="59595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64" name="Google Shape;164;g3f72959162f_1_42"/>
            <p:cNvSpPr/>
            <p:nvPr/>
          </p:nvSpPr>
          <p:spPr>
            <a:xfrm flipH="1">
              <a:off x="9722170" y="1486708"/>
              <a:ext cx="21740" cy="21740"/>
            </a:xfrm>
            <a:custGeom>
              <a:avLst/>
              <a:gdLst/>
              <a:ahLst/>
              <a:cxnLst/>
              <a:rect l="l" t="t" r="r" b="b"/>
              <a:pathLst>
                <a:path w="27432" h="27432" extrusionOk="0">
                  <a:moveTo>
                    <a:pt x="0" y="24526"/>
                  </a:moveTo>
                  <a:cubicBezTo>
                    <a:pt x="0" y="19040"/>
                    <a:pt x="0" y="12867"/>
                    <a:pt x="0" y="7381"/>
                  </a:cubicBezTo>
                  <a:cubicBezTo>
                    <a:pt x="10287" y="-2906"/>
                    <a:pt x="21260" y="-2220"/>
                    <a:pt x="30861" y="8067"/>
                  </a:cubicBezTo>
                  <a:cubicBezTo>
                    <a:pt x="35662" y="12867"/>
                    <a:pt x="34976" y="18354"/>
                    <a:pt x="30861" y="23154"/>
                  </a:cubicBezTo>
                  <a:cubicBezTo>
                    <a:pt x="21260" y="34127"/>
                    <a:pt x="10287" y="34127"/>
                    <a:pt x="0" y="24526"/>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65" name="Google Shape;165;g3f72959162f_1_42"/>
            <p:cNvSpPr/>
            <p:nvPr/>
          </p:nvSpPr>
          <p:spPr>
            <a:xfrm flipH="1">
              <a:off x="9617092" y="1466492"/>
              <a:ext cx="27175" cy="27175"/>
            </a:xfrm>
            <a:custGeom>
              <a:avLst/>
              <a:gdLst/>
              <a:ahLst/>
              <a:cxnLst/>
              <a:rect l="l" t="t" r="r" b="b"/>
              <a:pathLst>
                <a:path w="34290" h="34290" extrusionOk="0">
                  <a:moveTo>
                    <a:pt x="16088" y="0"/>
                  </a:moveTo>
                  <a:cubicBezTo>
                    <a:pt x="23631" y="1372"/>
                    <a:pt x="32547" y="-686"/>
                    <a:pt x="38719" y="6172"/>
                  </a:cubicBezTo>
                  <a:cubicBezTo>
                    <a:pt x="40776" y="17145"/>
                    <a:pt x="32547" y="34290"/>
                    <a:pt x="18831" y="35662"/>
                  </a:cubicBezTo>
                  <a:cubicBezTo>
                    <a:pt x="11973" y="36347"/>
                    <a:pt x="2372" y="39091"/>
                    <a:pt x="314" y="28804"/>
                  </a:cubicBezTo>
                  <a:cubicBezTo>
                    <a:pt x="-1057" y="19202"/>
                    <a:pt x="1686" y="2057"/>
                    <a:pt x="16088"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66" name="Google Shape;166;g3f72959162f_1_42"/>
            <p:cNvSpPr/>
            <p:nvPr/>
          </p:nvSpPr>
          <p:spPr>
            <a:xfrm flipH="1">
              <a:off x="9752098" y="2342716"/>
              <a:ext cx="5400" cy="38045"/>
            </a:xfrm>
            <a:custGeom>
              <a:avLst/>
              <a:gdLst/>
              <a:ahLst/>
              <a:cxnLst/>
              <a:rect l="l" t="t" r="r" b="b"/>
              <a:pathLst>
                <a:path w="120000" h="48006" extrusionOk="0">
                  <a:moveTo>
                    <a:pt x="121702" y="52121"/>
                  </a:moveTo>
                  <a:cubicBezTo>
                    <a:pt x="-90514" y="35661"/>
                    <a:pt x="45909" y="17145"/>
                    <a:pt x="15605" y="0"/>
                  </a:cubicBezTo>
                  <a:cubicBezTo>
                    <a:pt x="242984" y="16459"/>
                    <a:pt x="76235" y="34976"/>
                    <a:pt x="121702" y="52121"/>
                  </a:cubicBezTo>
                  <a:close/>
                </a:path>
              </a:pathLst>
            </a:custGeom>
            <a:solidFill>
              <a:srgbClr val="FDFDF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67" name="Google Shape;167;g3f72959162f_1_42"/>
            <p:cNvSpPr/>
            <p:nvPr/>
          </p:nvSpPr>
          <p:spPr>
            <a:xfrm flipH="1">
              <a:off x="10134564" y="3744455"/>
              <a:ext cx="5400" cy="38045"/>
            </a:xfrm>
            <a:custGeom>
              <a:avLst/>
              <a:gdLst/>
              <a:ahLst/>
              <a:cxnLst/>
              <a:rect l="l" t="t" r="r" b="b"/>
              <a:pathLst>
                <a:path w="120000" h="48006" extrusionOk="0">
                  <a:moveTo>
                    <a:pt x="23164" y="0"/>
                  </a:moveTo>
                  <a:cubicBezTo>
                    <a:pt x="174750" y="15773"/>
                    <a:pt x="144446" y="32918"/>
                    <a:pt x="129283" y="49377"/>
                  </a:cubicBezTo>
                  <a:cubicBezTo>
                    <a:pt x="-113258" y="33604"/>
                    <a:pt x="68654" y="16459"/>
                    <a:pt x="23164" y="0"/>
                  </a:cubicBezTo>
                  <a:close/>
                </a:path>
              </a:pathLst>
            </a:custGeom>
            <a:solidFill>
              <a:srgbClr val="FDFDF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68" name="Google Shape;168;g3f72959162f_1_42"/>
            <p:cNvSpPr/>
            <p:nvPr/>
          </p:nvSpPr>
          <p:spPr>
            <a:xfrm flipH="1">
              <a:off x="10138260" y="3802002"/>
              <a:ext cx="5400" cy="27175"/>
            </a:xfrm>
            <a:custGeom>
              <a:avLst/>
              <a:gdLst/>
              <a:ahLst/>
              <a:cxnLst/>
              <a:rect l="l" t="t" r="r" b="b"/>
              <a:pathLst>
                <a:path w="120000" h="34290" extrusionOk="0">
                  <a:moveTo>
                    <a:pt x="96062" y="0"/>
                  </a:moveTo>
                  <a:cubicBezTo>
                    <a:pt x="96062" y="10973"/>
                    <a:pt x="96062" y="21260"/>
                    <a:pt x="96062" y="36347"/>
                  </a:cubicBezTo>
                  <a:cubicBezTo>
                    <a:pt x="-85828" y="22631"/>
                    <a:pt x="35432" y="11659"/>
                    <a:pt x="96062" y="0"/>
                  </a:cubicBezTo>
                  <a:close/>
                </a:path>
              </a:pathLst>
            </a:custGeom>
            <a:solidFill>
              <a:srgbClr val="FDFDF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69" name="Google Shape;169;g3f72959162f_1_42"/>
            <p:cNvSpPr/>
            <p:nvPr/>
          </p:nvSpPr>
          <p:spPr>
            <a:xfrm flipH="1">
              <a:off x="9838610" y="614698"/>
              <a:ext cx="5400" cy="27175"/>
            </a:xfrm>
            <a:custGeom>
              <a:avLst/>
              <a:gdLst/>
              <a:ahLst/>
              <a:cxnLst/>
              <a:rect l="l" t="t" r="r" b="b"/>
              <a:pathLst>
                <a:path w="120000" h="34290" extrusionOk="0">
                  <a:moveTo>
                    <a:pt x="20954" y="40462"/>
                  </a:moveTo>
                  <a:cubicBezTo>
                    <a:pt x="36117" y="26746"/>
                    <a:pt x="-85165" y="12344"/>
                    <a:pt x="127051" y="0"/>
                  </a:cubicBezTo>
                  <a:cubicBezTo>
                    <a:pt x="81584" y="13716"/>
                    <a:pt x="233170" y="28118"/>
                    <a:pt x="20954" y="40462"/>
                  </a:cubicBezTo>
                  <a:close/>
                </a:path>
              </a:pathLst>
            </a:custGeom>
            <a:solidFill>
              <a:srgbClr val="FDFDF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70" name="Google Shape;170;g3f72959162f_1_42"/>
            <p:cNvSpPr/>
            <p:nvPr/>
          </p:nvSpPr>
          <p:spPr>
            <a:xfrm flipH="1">
              <a:off x="9819966" y="454003"/>
              <a:ext cx="5400" cy="21740"/>
            </a:xfrm>
            <a:custGeom>
              <a:avLst/>
              <a:gdLst/>
              <a:ahLst/>
              <a:cxnLst/>
              <a:rect l="l" t="t" r="r" b="b"/>
              <a:pathLst>
                <a:path w="120000" h="27432" extrusionOk="0">
                  <a:moveTo>
                    <a:pt x="597" y="31547"/>
                  </a:moveTo>
                  <a:cubicBezTo>
                    <a:pt x="597" y="20574"/>
                    <a:pt x="-14544" y="10287"/>
                    <a:pt x="106716" y="0"/>
                  </a:cubicBezTo>
                  <a:cubicBezTo>
                    <a:pt x="91553" y="10287"/>
                    <a:pt x="197672" y="21946"/>
                    <a:pt x="597" y="31547"/>
                  </a:cubicBezTo>
                  <a:close/>
                </a:path>
              </a:pathLst>
            </a:custGeom>
            <a:solidFill>
              <a:srgbClr val="FDFDF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71" name="Google Shape;171;g3f72959162f_1_42"/>
            <p:cNvSpPr/>
            <p:nvPr/>
          </p:nvSpPr>
          <p:spPr>
            <a:xfrm flipH="1">
              <a:off x="9822096" y="131679"/>
              <a:ext cx="516322" cy="375013"/>
            </a:xfrm>
            <a:custGeom>
              <a:avLst/>
              <a:gdLst/>
              <a:ahLst/>
              <a:cxnLst/>
              <a:rect l="l" t="t" r="r" b="b"/>
              <a:pathLst>
                <a:path w="651510" h="473202" extrusionOk="0">
                  <a:moveTo>
                    <a:pt x="653622" y="289216"/>
                  </a:moveTo>
                  <a:cubicBezTo>
                    <a:pt x="647450" y="264527"/>
                    <a:pt x="641963" y="239153"/>
                    <a:pt x="635791" y="214464"/>
                  </a:cubicBezTo>
                  <a:cubicBezTo>
                    <a:pt x="629619" y="210349"/>
                    <a:pt x="637163" y="200748"/>
                    <a:pt x="628247" y="198005"/>
                  </a:cubicBezTo>
                  <a:cubicBezTo>
                    <a:pt x="623447" y="195947"/>
                    <a:pt x="623447" y="191147"/>
                    <a:pt x="623447" y="187032"/>
                  </a:cubicBezTo>
                  <a:cubicBezTo>
                    <a:pt x="617960" y="160286"/>
                    <a:pt x="611788" y="145198"/>
                    <a:pt x="589842" y="129425"/>
                  </a:cubicBezTo>
                  <a:cubicBezTo>
                    <a:pt x="588471" y="127367"/>
                    <a:pt x="578870" y="115023"/>
                    <a:pt x="577498" y="112965"/>
                  </a:cubicBezTo>
                  <a:cubicBezTo>
                    <a:pt x="566525" y="92391"/>
                    <a:pt x="559667" y="84162"/>
                    <a:pt x="537722" y="75246"/>
                  </a:cubicBezTo>
                  <a:cubicBezTo>
                    <a:pt x="532921" y="75246"/>
                    <a:pt x="523320" y="73189"/>
                    <a:pt x="522634" y="67017"/>
                  </a:cubicBezTo>
                  <a:cubicBezTo>
                    <a:pt x="519891" y="60845"/>
                    <a:pt x="518519" y="56044"/>
                    <a:pt x="510975" y="55358"/>
                  </a:cubicBezTo>
                  <a:cubicBezTo>
                    <a:pt x="508918" y="56044"/>
                    <a:pt x="504117" y="54672"/>
                    <a:pt x="503432" y="52615"/>
                  </a:cubicBezTo>
                  <a:cubicBezTo>
                    <a:pt x="500688" y="43700"/>
                    <a:pt x="493145" y="45757"/>
                    <a:pt x="488344" y="40956"/>
                  </a:cubicBezTo>
                  <a:cubicBezTo>
                    <a:pt x="479429" y="38899"/>
                    <a:pt x="474628" y="36842"/>
                    <a:pt x="467770" y="30669"/>
                  </a:cubicBezTo>
                  <a:cubicBezTo>
                    <a:pt x="460912" y="19011"/>
                    <a:pt x="449939" y="25183"/>
                    <a:pt x="443081" y="19697"/>
                  </a:cubicBezTo>
                  <a:cubicBezTo>
                    <a:pt x="438966" y="19697"/>
                    <a:pt x="427308" y="18325"/>
                    <a:pt x="423879" y="16953"/>
                  </a:cubicBezTo>
                  <a:cubicBezTo>
                    <a:pt x="347069" y="-12536"/>
                    <a:pt x="275746" y="-877"/>
                    <a:pt x="203051" y="31355"/>
                  </a:cubicBezTo>
                  <a:cubicBezTo>
                    <a:pt x="104982" y="75246"/>
                    <a:pt x="28858" y="139712"/>
                    <a:pt x="6227" y="252183"/>
                  </a:cubicBezTo>
                  <a:cubicBezTo>
                    <a:pt x="-4746" y="306361"/>
                    <a:pt x="1426" y="360539"/>
                    <a:pt x="4855" y="414717"/>
                  </a:cubicBezTo>
                  <a:cubicBezTo>
                    <a:pt x="8970" y="418832"/>
                    <a:pt x="3483" y="428433"/>
                    <a:pt x="13085" y="427062"/>
                  </a:cubicBezTo>
                  <a:cubicBezTo>
                    <a:pt x="45317" y="421575"/>
                    <a:pt x="53547" y="443521"/>
                    <a:pt x="72063" y="468210"/>
                  </a:cubicBezTo>
                  <a:cubicBezTo>
                    <a:pt x="83722" y="484669"/>
                    <a:pt x="104296" y="479183"/>
                    <a:pt x="107725" y="459980"/>
                  </a:cubicBezTo>
                  <a:cubicBezTo>
                    <a:pt x="114583" y="425690"/>
                    <a:pt x="121441" y="390714"/>
                    <a:pt x="142015" y="361225"/>
                  </a:cubicBezTo>
                  <a:cubicBezTo>
                    <a:pt x="155731" y="341337"/>
                    <a:pt x="163961" y="319391"/>
                    <a:pt x="166018" y="295388"/>
                  </a:cubicBezTo>
                  <a:cubicBezTo>
                    <a:pt x="168761" y="261784"/>
                    <a:pt x="179734" y="232295"/>
                    <a:pt x="212652" y="216521"/>
                  </a:cubicBezTo>
                  <a:cubicBezTo>
                    <a:pt x="225683" y="215835"/>
                    <a:pt x="228426" y="206920"/>
                    <a:pt x="242142" y="209663"/>
                  </a:cubicBezTo>
                  <a:cubicBezTo>
                    <a:pt x="243513" y="209663"/>
                    <a:pt x="259287" y="211721"/>
                    <a:pt x="260658" y="211721"/>
                  </a:cubicBezTo>
                  <a:cubicBezTo>
                    <a:pt x="284661" y="211035"/>
                    <a:pt x="274374" y="210349"/>
                    <a:pt x="298377" y="211035"/>
                  </a:cubicBezTo>
                  <a:cubicBezTo>
                    <a:pt x="299749" y="211035"/>
                    <a:pt x="334725" y="213092"/>
                    <a:pt x="336096" y="213092"/>
                  </a:cubicBezTo>
                  <a:cubicBezTo>
                    <a:pt x="348441" y="213092"/>
                    <a:pt x="355985" y="210349"/>
                    <a:pt x="369015" y="210349"/>
                  </a:cubicBezTo>
                  <a:cubicBezTo>
                    <a:pt x="378616" y="218579"/>
                    <a:pt x="395075" y="211721"/>
                    <a:pt x="404676" y="216521"/>
                  </a:cubicBezTo>
                  <a:cubicBezTo>
                    <a:pt x="441024" y="220636"/>
                    <a:pt x="465713" y="226122"/>
                    <a:pt x="502746" y="226122"/>
                  </a:cubicBezTo>
                  <a:cubicBezTo>
                    <a:pt x="507546" y="226808"/>
                    <a:pt x="519891" y="224751"/>
                    <a:pt x="524691" y="225437"/>
                  </a:cubicBezTo>
                  <a:cubicBezTo>
                    <a:pt x="524691" y="226122"/>
                    <a:pt x="550066" y="235724"/>
                    <a:pt x="550752" y="234352"/>
                  </a:cubicBezTo>
                  <a:cubicBezTo>
                    <a:pt x="574069" y="242582"/>
                    <a:pt x="574755" y="234352"/>
                    <a:pt x="594643" y="252869"/>
                  </a:cubicBezTo>
                  <a:cubicBezTo>
                    <a:pt x="606987" y="265213"/>
                    <a:pt x="606987" y="276872"/>
                    <a:pt x="608359" y="290588"/>
                  </a:cubicBezTo>
                  <a:cubicBezTo>
                    <a:pt x="608359" y="307047"/>
                    <a:pt x="605616" y="312533"/>
                    <a:pt x="612474" y="328307"/>
                  </a:cubicBezTo>
                  <a:cubicBezTo>
                    <a:pt x="612474" y="328307"/>
                    <a:pt x="615903" y="340651"/>
                    <a:pt x="615903" y="340651"/>
                  </a:cubicBezTo>
                  <a:cubicBezTo>
                    <a:pt x="615903" y="340651"/>
                    <a:pt x="615903" y="355739"/>
                    <a:pt x="615903" y="351624"/>
                  </a:cubicBezTo>
                  <a:cubicBezTo>
                    <a:pt x="616589" y="361911"/>
                    <a:pt x="615217" y="361225"/>
                    <a:pt x="615903" y="371512"/>
                  </a:cubicBezTo>
                  <a:cubicBezTo>
                    <a:pt x="612474" y="383856"/>
                    <a:pt x="618646" y="394143"/>
                    <a:pt x="620018" y="405116"/>
                  </a:cubicBezTo>
                  <a:cubicBezTo>
                    <a:pt x="619332" y="430491"/>
                    <a:pt x="632362" y="455180"/>
                    <a:pt x="636477" y="479868"/>
                  </a:cubicBezTo>
                  <a:cubicBezTo>
                    <a:pt x="641277" y="470953"/>
                    <a:pt x="644021" y="471639"/>
                    <a:pt x="645392" y="457237"/>
                  </a:cubicBezTo>
                  <a:cubicBezTo>
                    <a:pt x="645392" y="446950"/>
                    <a:pt x="644021" y="449007"/>
                    <a:pt x="648821" y="440092"/>
                  </a:cubicBezTo>
                  <a:cubicBezTo>
                    <a:pt x="654308" y="430491"/>
                    <a:pt x="648821" y="418832"/>
                    <a:pt x="653622" y="408545"/>
                  </a:cubicBezTo>
                  <a:cubicBezTo>
                    <a:pt x="653622" y="403745"/>
                    <a:pt x="656365" y="376313"/>
                    <a:pt x="656365" y="371512"/>
                  </a:cubicBezTo>
                  <a:cubicBezTo>
                    <a:pt x="659794" y="335850"/>
                    <a:pt x="657051" y="323506"/>
                    <a:pt x="653622" y="289216"/>
                  </a:cubicBezTo>
                  <a:close/>
                </a:path>
              </a:pathLst>
            </a:custGeom>
            <a:solidFill>
              <a:srgbClr val="59595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72" name="Google Shape;172;g3f72959162f_1_42"/>
            <p:cNvSpPr/>
            <p:nvPr/>
          </p:nvSpPr>
          <p:spPr>
            <a:xfrm flipH="1">
              <a:off x="9922384" y="843120"/>
              <a:ext cx="1190257" cy="2858792"/>
            </a:xfrm>
            <a:custGeom>
              <a:avLst/>
              <a:gdLst/>
              <a:ahLst/>
              <a:cxnLst/>
              <a:rect l="l" t="t" r="r" b="b"/>
              <a:pathLst>
                <a:path w="1501902" h="3607308" extrusionOk="0">
                  <a:moveTo>
                    <a:pt x="999347" y="4286"/>
                  </a:moveTo>
                  <a:cubicBezTo>
                    <a:pt x="953398" y="-2572"/>
                    <a:pt x="913622" y="857"/>
                    <a:pt x="913622" y="857"/>
                  </a:cubicBezTo>
                  <a:lnTo>
                    <a:pt x="817610" y="138017"/>
                  </a:lnTo>
                  <a:cubicBezTo>
                    <a:pt x="817610" y="138017"/>
                    <a:pt x="574151" y="216884"/>
                    <a:pt x="470595" y="282035"/>
                  </a:cubicBezTo>
                  <a:cubicBezTo>
                    <a:pt x="367039" y="347186"/>
                    <a:pt x="319719" y="436340"/>
                    <a:pt x="288858" y="546068"/>
                  </a:cubicBezTo>
                  <a:cubicBezTo>
                    <a:pt x="257997" y="655796"/>
                    <a:pt x="59115" y="1187977"/>
                    <a:pt x="21396" y="1321708"/>
                  </a:cubicBezTo>
                  <a:cubicBezTo>
                    <a:pt x="-16323" y="1455439"/>
                    <a:pt x="-12894" y="1558309"/>
                    <a:pt x="103692" y="1644034"/>
                  </a:cubicBezTo>
                  <a:cubicBezTo>
                    <a:pt x="220278" y="1729759"/>
                    <a:pt x="381441" y="1803140"/>
                    <a:pt x="522716" y="1836058"/>
                  </a:cubicBezTo>
                  <a:cubicBezTo>
                    <a:pt x="479510" y="2012994"/>
                    <a:pt x="536432" y="3607480"/>
                    <a:pt x="536432" y="3607480"/>
                  </a:cubicBezTo>
                  <a:lnTo>
                    <a:pt x="1504095" y="3538900"/>
                  </a:lnTo>
                  <a:cubicBezTo>
                    <a:pt x="1504095" y="3538900"/>
                    <a:pt x="1480092" y="2040426"/>
                    <a:pt x="1425228" y="1350512"/>
                  </a:cubicBezTo>
                  <a:cubicBezTo>
                    <a:pt x="1374479" y="709974"/>
                    <a:pt x="1240062" y="257346"/>
                    <a:pt x="976715" y="62579"/>
                  </a:cubicBezTo>
                  <a:cubicBezTo>
                    <a:pt x="985631" y="44063"/>
                    <a:pt x="987688" y="27603"/>
                    <a:pt x="999347" y="4286"/>
                  </a:cubicBezTo>
                  <a:close/>
                </a:path>
              </a:pathLst>
            </a:custGeom>
            <a:solidFill>
              <a:schemeClr val="lt1"/>
            </a:solidFill>
            <a:ln w="9525"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73" name="Google Shape;173;g3f72959162f_1_42"/>
            <p:cNvSpPr/>
            <p:nvPr/>
          </p:nvSpPr>
          <p:spPr>
            <a:xfrm flipH="1">
              <a:off x="9776357" y="1033015"/>
              <a:ext cx="326098" cy="1163083"/>
            </a:xfrm>
            <a:custGeom>
              <a:avLst/>
              <a:gdLst/>
              <a:ahLst/>
              <a:cxnLst/>
              <a:rect l="l" t="t" r="r" b="b"/>
              <a:pathLst>
                <a:path w="411480" h="1467612" extrusionOk="0">
                  <a:moveTo>
                    <a:pt x="199868" y="1391119"/>
                  </a:moveTo>
                  <a:cubicBezTo>
                    <a:pt x="192324" y="1382890"/>
                    <a:pt x="195067" y="1373288"/>
                    <a:pt x="195067" y="1363687"/>
                  </a:cubicBezTo>
                  <a:cubicBezTo>
                    <a:pt x="194381" y="1099654"/>
                    <a:pt x="160777" y="839050"/>
                    <a:pt x="106599" y="580503"/>
                  </a:cubicBezTo>
                  <a:cubicBezTo>
                    <a:pt x="105913" y="577074"/>
                    <a:pt x="103856" y="573645"/>
                    <a:pt x="102484" y="569531"/>
                  </a:cubicBezTo>
                  <a:cubicBezTo>
                    <a:pt x="67508" y="457745"/>
                    <a:pt x="58593" y="343217"/>
                    <a:pt x="66822" y="228002"/>
                  </a:cubicBezTo>
                  <a:cubicBezTo>
                    <a:pt x="70251" y="182739"/>
                    <a:pt x="58593" y="154622"/>
                    <a:pt x="22245" y="130619"/>
                  </a:cubicBezTo>
                  <a:cubicBezTo>
                    <a:pt x="-4501" y="112788"/>
                    <a:pt x="-5187" y="103872"/>
                    <a:pt x="9901" y="75069"/>
                  </a:cubicBezTo>
                  <a:cubicBezTo>
                    <a:pt x="22931" y="51066"/>
                    <a:pt x="28418" y="22262"/>
                    <a:pt x="54478" y="6489"/>
                  </a:cubicBezTo>
                  <a:cubicBezTo>
                    <a:pt x="70251" y="1688"/>
                    <a:pt x="86711" y="5803"/>
                    <a:pt x="102484" y="317"/>
                  </a:cubicBezTo>
                  <a:cubicBezTo>
                    <a:pt x="117572" y="-1741"/>
                    <a:pt x="127859" y="6489"/>
                    <a:pt x="136774" y="17462"/>
                  </a:cubicBezTo>
                  <a:cubicBezTo>
                    <a:pt x="145689" y="28434"/>
                    <a:pt x="153233" y="40779"/>
                    <a:pt x="162834" y="51752"/>
                  </a:cubicBezTo>
                  <a:cubicBezTo>
                    <a:pt x="184094" y="75069"/>
                    <a:pt x="195067" y="99072"/>
                    <a:pt x="173121" y="127875"/>
                  </a:cubicBezTo>
                  <a:cubicBezTo>
                    <a:pt x="166263" y="136791"/>
                    <a:pt x="167635" y="147764"/>
                    <a:pt x="173807" y="157365"/>
                  </a:cubicBezTo>
                  <a:cubicBezTo>
                    <a:pt x="235529" y="262292"/>
                    <a:pt x="260904" y="378878"/>
                    <a:pt x="283535" y="496836"/>
                  </a:cubicBezTo>
                  <a:cubicBezTo>
                    <a:pt x="333599" y="759497"/>
                    <a:pt x="368574" y="1024902"/>
                    <a:pt x="404922" y="1290307"/>
                  </a:cubicBezTo>
                  <a:cubicBezTo>
                    <a:pt x="405608" y="1295107"/>
                    <a:pt x="407665" y="1299222"/>
                    <a:pt x="408351" y="1304023"/>
                  </a:cubicBezTo>
                  <a:cubicBezTo>
                    <a:pt x="423438" y="1356143"/>
                    <a:pt x="389148" y="1390433"/>
                    <a:pt x="363774" y="1427467"/>
                  </a:cubicBezTo>
                  <a:cubicBezTo>
                    <a:pt x="327426" y="1482331"/>
                    <a:pt x="326741" y="1483016"/>
                    <a:pt x="272562" y="1445297"/>
                  </a:cubicBezTo>
                  <a:cubicBezTo>
                    <a:pt x="247188" y="1428838"/>
                    <a:pt x="217698" y="1417180"/>
                    <a:pt x="199868" y="139111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74" name="Google Shape;174;g3f72959162f_1_42"/>
            <p:cNvSpPr/>
            <p:nvPr/>
          </p:nvSpPr>
          <p:spPr>
            <a:xfrm flipH="1">
              <a:off x="10195842" y="1542496"/>
              <a:ext cx="750025" cy="891334"/>
            </a:xfrm>
            <a:custGeom>
              <a:avLst/>
              <a:gdLst/>
              <a:ahLst/>
              <a:cxnLst/>
              <a:rect l="l" t="t" r="r" b="b"/>
              <a:pathLst>
                <a:path w="946404" h="1124712" extrusionOk="0">
                  <a:moveTo>
                    <a:pt x="0" y="0"/>
                  </a:moveTo>
                  <a:lnTo>
                    <a:pt x="542468" y="139903"/>
                  </a:lnTo>
                  <a:lnTo>
                    <a:pt x="951890" y="1126770"/>
                  </a:lnTo>
                  <a:lnTo>
                    <a:pt x="432740" y="1010869"/>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75" name="Google Shape;175;g3f72959162f_1_42"/>
            <p:cNvSpPr/>
            <p:nvPr/>
          </p:nvSpPr>
          <p:spPr>
            <a:xfrm flipH="1">
              <a:off x="10259242" y="1886911"/>
              <a:ext cx="369578" cy="342403"/>
            </a:xfrm>
            <a:custGeom>
              <a:avLst/>
              <a:gdLst/>
              <a:ahLst/>
              <a:cxnLst/>
              <a:rect l="l" t="t" r="r" b="b"/>
              <a:pathLst>
                <a:path w="466344" h="432054" extrusionOk="0">
                  <a:moveTo>
                    <a:pt x="59665" y="140307"/>
                  </a:moveTo>
                  <a:cubicBezTo>
                    <a:pt x="78867" y="114933"/>
                    <a:pt x="90526" y="87501"/>
                    <a:pt x="117958" y="63498"/>
                  </a:cubicBezTo>
                  <a:cubicBezTo>
                    <a:pt x="205740" y="-282"/>
                    <a:pt x="235915" y="-22913"/>
                    <a:pt x="304495" y="27836"/>
                  </a:cubicBezTo>
                  <a:cubicBezTo>
                    <a:pt x="323698" y="47038"/>
                    <a:pt x="298323" y="72413"/>
                    <a:pt x="301066" y="74470"/>
                  </a:cubicBezTo>
                  <a:cubicBezTo>
                    <a:pt x="305181" y="83386"/>
                    <a:pt x="311353" y="72413"/>
                    <a:pt x="330556" y="70356"/>
                  </a:cubicBezTo>
                  <a:cubicBezTo>
                    <a:pt x="347701" y="68298"/>
                    <a:pt x="366903" y="66927"/>
                    <a:pt x="378562" y="77899"/>
                  </a:cubicBezTo>
                  <a:cubicBezTo>
                    <a:pt x="395707" y="92987"/>
                    <a:pt x="384048" y="99845"/>
                    <a:pt x="393649" y="121105"/>
                  </a:cubicBezTo>
                  <a:cubicBezTo>
                    <a:pt x="402565" y="139621"/>
                    <a:pt x="414909" y="126591"/>
                    <a:pt x="426568" y="150594"/>
                  </a:cubicBezTo>
                  <a:cubicBezTo>
                    <a:pt x="436169" y="170482"/>
                    <a:pt x="427253" y="178026"/>
                    <a:pt x="433426" y="194485"/>
                  </a:cubicBezTo>
                  <a:cubicBezTo>
                    <a:pt x="437540" y="204087"/>
                    <a:pt x="446456" y="203401"/>
                    <a:pt x="453314" y="217803"/>
                  </a:cubicBezTo>
                  <a:cubicBezTo>
                    <a:pt x="460172" y="232204"/>
                    <a:pt x="447142" y="253464"/>
                    <a:pt x="452628" y="269923"/>
                  </a:cubicBezTo>
                  <a:cubicBezTo>
                    <a:pt x="458114" y="285011"/>
                    <a:pt x="460858" y="292555"/>
                    <a:pt x="466344" y="304899"/>
                  </a:cubicBezTo>
                  <a:cubicBezTo>
                    <a:pt x="473202" y="320673"/>
                    <a:pt x="454000" y="351534"/>
                    <a:pt x="439598" y="359077"/>
                  </a:cubicBezTo>
                  <a:cubicBezTo>
                    <a:pt x="429311" y="364564"/>
                    <a:pt x="379247" y="384452"/>
                    <a:pt x="362102" y="393367"/>
                  </a:cubicBezTo>
                  <a:cubicBezTo>
                    <a:pt x="316840" y="422857"/>
                    <a:pt x="246888" y="437259"/>
                    <a:pt x="202311" y="436573"/>
                  </a:cubicBezTo>
                  <a:cubicBezTo>
                    <a:pt x="183794" y="434515"/>
                    <a:pt x="138532" y="436573"/>
                    <a:pt x="128930" y="434515"/>
                  </a:cubicBezTo>
                  <a:cubicBezTo>
                    <a:pt x="96698" y="431086"/>
                    <a:pt x="85039" y="441373"/>
                    <a:pt x="52807" y="436573"/>
                  </a:cubicBezTo>
                  <a:cubicBezTo>
                    <a:pt x="34976" y="433830"/>
                    <a:pt x="6858" y="426972"/>
                    <a:pt x="4115" y="409827"/>
                  </a:cubicBezTo>
                  <a:cubicBezTo>
                    <a:pt x="2057" y="398854"/>
                    <a:pt x="0" y="365250"/>
                    <a:pt x="0" y="354277"/>
                  </a:cubicBezTo>
                  <a:cubicBezTo>
                    <a:pt x="2057" y="299413"/>
                    <a:pt x="5486" y="243863"/>
                    <a:pt x="23317" y="191742"/>
                  </a:cubicBezTo>
                  <a:cubicBezTo>
                    <a:pt x="31547" y="171854"/>
                    <a:pt x="42520" y="153337"/>
                    <a:pt x="59665" y="140307"/>
                  </a:cubicBezTo>
                  <a:close/>
                </a:path>
              </a:pathLst>
            </a:custGeom>
            <a:solidFill>
              <a:srgbClr val="F9D6BA"/>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76" name="Google Shape;176;g3f72959162f_1_42"/>
            <p:cNvSpPr/>
            <p:nvPr/>
          </p:nvSpPr>
          <p:spPr>
            <a:xfrm flipH="1">
              <a:off x="10523673" y="1997174"/>
              <a:ext cx="211964" cy="293488"/>
            </a:xfrm>
            <a:custGeom>
              <a:avLst/>
              <a:gdLst/>
              <a:ahLst/>
              <a:cxnLst/>
              <a:rect l="l" t="t" r="r" b="b"/>
              <a:pathLst>
                <a:path w="267462" h="370332" extrusionOk="0">
                  <a:moveTo>
                    <a:pt x="270724" y="295913"/>
                  </a:moveTo>
                  <a:cubicBezTo>
                    <a:pt x="236434" y="325402"/>
                    <a:pt x="211059" y="326774"/>
                    <a:pt x="177455" y="338432"/>
                  </a:cubicBezTo>
                  <a:cubicBezTo>
                    <a:pt x="160310" y="344604"/>
                    <a:pt x="143851" y="350091"/>
                    <a:pt x="126706" y="356263"/>
                  </a:cubicBezTo>
                  <a:cubicBezTo>
                    <a:pt x="119162" y="358320"/>
                    <a:pt x="112304" y="360378"/>
                    <a:pt x="104760" y="362435"/>
                  </a:cubicBezTo>
                  <a:cubicBezTo>
                    <a:pt x="56754" y="378209"/>
                    <a:pt x="58811" y="377523"/>
                    <a:pt x="40981" y="331574"/>
                  </a:cubicBezTo>
                  <a:cubicBezTo>
                    <a:pt x="-4968" y="214988"/>
                    <a:pt x="-2911" y="158753"/>
                    <a:pt x="3262" y="53825"/>
                  </a:cubicBezTo>
                  <a:cubicBezTo>
                    <a:pt x="13549" y="41481"/>
                    <a:pt x="74585" y="22964"/>
                    <a:pt x="97902" y="16106"/>
                  </a:cubicBezTo>
                  <a:cubicBezTo>
                    <a:pt x="129449" y="18849"/>
                    <a:pt x="172654" y="-5154"/>
                    <a:pt x="194600" y="1019"/>
                  </a:cubicBezTo>
                  <a:cubicBezTo>
                    <a:pt x="180884" y="20907"/>
                    <a:pt x="175397" y="31194"/>
                    <a:pt x="169911" y="48339"/>
                  </a:cubicBezTo>
                  <a:cubicBezTo>
                    <a:pt x="147965" y="114861"/>
                    <a:pt x="181570" y="203330"/>
                    <a:pt x="190485" y="273281"/>
                  </a:cubicBezTo>
                  <a:cubicBezTo>
                    <a:pt x="191857" y="285626"/>
                    <a:pt x="197343" y="288369"/>
                    <a:pt x="208316" y="290426"/>
                  </a:cubicBezTo>
                  <a:cubicBezTo>
                    <a:pt x="242606" y="296598"/>
                    <a:pt x="236434" y="289740"/>
                    <a:pt x="270724" y="295913"/>
                  </a:cubicBezTo>
                  <a:close/>
                </a:path>
              </a:pathLst>
            </a:custGeom>
            <a:solidFill>
              <a:srgbClr val="9DDDE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77" name="Google Shape;177;g3f72959162f_1_42"/>
            <p:cNvSpPr/>
            <p:nvPr/>
          </p:nvSpPr>
          <p:spPr>
            <a:xfrm flipH="1">
              <a:off x="10204743" y="1431968"/>
              <a:ext cx="146744" cy="146744"/>
            </a:xfrm>
            <a:custGeom>
              <a:avLst/>
              <a:gdLst/>
              <a:ahLst/>
              <a:cxnLst/>
              <a:rect l="l" t="t" r="r" b="b"/>
              <a:pathLst>
                <a:path w="185166" h="185166" extrusionOk="0">
                  <a:moveTo>
                    <a:pt x="64571" y="1778"/>
                  </a:moveTo>
                  <a:cubicBezTo>
                    <a:pt x="98175" y="406"/>
                    <a:pt x="107776" y="-5080"/>
                    <a:pt x="135208" y="14122"/>
                  </a:cubicBezTo>
                  <a:cubicBezTo>
                    <a:pt x="176356" y="37439"/>
                    <a:pt x="193501" y="74473"/>
                    <a:pt x="183214" y="116306"/>
                  </a:cubicBezTo>
                  <a:cubicBezTo>
                    <a:pt x="172927" y="158826"/>
                    <a:pt x="137952" y="187630"/>
                    <a:pt x="95432" y="189001"/>
                  </a:cubicBezTo>
                  <a:cubicBezTo>
                    <a:pt x="53598" y="190373"/>
                    <a:pt x="15193" y="162255"/>
                    <a:pt x="3535" y="121107"/>
                  </a:cubicBezTo>
                  <a:cubicBezTo>
                    <a:pt x="-8124" y="79273"/>
                    <a:pt x="9707" y="36754"/>
                    <a:pt x="47426" y="12751"/>
                  </a:cubicBezTo>
                  <a:cubicBezTo>
                    <a:pt x="52912" y="9322"/>
                    <a:pt x="54284" y="4521"/>
                    <a:pt x="64571" y="1778"/>
                  </a:cubicBezTo>
                  <a:close/>
                </a:path>
              </a:pathLst>
            </a:custGeom>
            <a:solidFill>
              <a:srgbClr val="0E040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78" name="Google Shape;178;g3f72959162f_1_42"/>
            <p:cNvSpPr/>
            <p:nvPr/>
          </p:nvSpPr>
          <p:spPr>
            <a:xfrm flipH="1">
              <a:off x="10227509" y="1455624"/>
              <a:ext cx="103264" cy="103264"/>
            </a:xfrm>
            <a:custGeom>
              <a:avLst/>
              <a:gdLst/>
              <a:ahLst/>
              <a:cxnLst/>
              <a:rect l="l" t="t" r="r" b="b"/>
              <a:pathLst>
                <a:path w="130302" h="130302" extrusionOk="0">
                  <a:moveTo>
                    <a:pt x="132359" y="65163"/>
                  </a:moveTo>
                  <a:cubicBezTo>
                    <a:pt x="132359" y="102196"/>
                    <a:pt x="101498" y="133057"/>
                    <a:pt x="65151" y="132371"/>
                  </a:cubicBezTo>
                  <a:cubicBezTo>
                    <a:pt x="29489" y="131686"/>
                    <a:pt x="0" y="102196"/>
                    <a:pt x="0" y="66535"/>
                  </a:cubicBezTo>
                  <a:cubicBezTo>
                    <a:pt x="0" y="30187"/>
                    <a:pt x="28118" y="698"/>
                    <a:pt x="64465" y="12"/>
                  </a:cubicBezTo>
                  <a:cubicBezTo>
                    <a:pt x="102184" y="-674"/>
                    <a:pt x="132359" y="28130"/>
                    <a:pt x="132359" y="65163"/>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79" name="Google Shape;179;g3f72959162f_1_42"/>
            <p:cNvSpPr/>
            <p:nvPr/>
          </p:nvSpPr>
          <p:spPr>
            <a:xfrm flipH="1">
              <a:off x="10279645" y="798738"/>
              <a:ext cx="86959" cy="641326"/>
            </a:xfrm>
            <a:custGeom>
              <a:avLst/>
              <a:gdLst/>
              <a:ahLst/>
              <a:cxnLst/>
              <a:rect l="l" t="t" r="r" b="b"/>
              <a:pathLst>
                <a:path w="109728" h="809244" extrusionOk="0">
                  <a:moveTo>
                    <a:pt x="95326" y="43205"/>
                  </a:moveTo>
                  <a:cubicBezTo>
                    <a:pt x="81610" y="58979"/>
                    <a:pt x="77495" y="70637"/>
                    <a:pt x="66523" y="86411"/>
                  </a:cubicBezTo>
                  <a:cubicBezTo>
                    <a:pt x="36347" y="133731"/>
                    <a:pt x="28804" y="184480"/>
                    <a:pt x="28804" y="237287"/>
                  </a:cubicBezTo>
                  <a:cubicBezTo>
                    <a:pt x="29489" y="357988"/>
                    <a:pt x="43891" y="477317"/>
                    <a:pt x="65837" y="595274"/>
                  </a:cubicBezTo>
                  <a:cubicBezTo>
                    <a:pt x="77495" y="659054"/>
                    <a:pt x="99441" y="736549"/>
                    <a:pt x="111100" y="800329"/>
                  </a:cubicBezTo>
                  <a:cubicBezTo>
                    <a:pt x="113843" y="816102"/>
                    <a:pt x="93269" y="817474"/>
                    <a:pt x="80924" y="801700"/>
                  </a:cubicBezTo>
                  <a:cubicBezTo>
                    <a:pt x="43891" y="624764"/>
                    <a:pt x="0" y="448513"/>
                    <a:pt x="0" y="265405"/>
                  </a:cubicBezTo>
                  <a:cubicBezTo>
                    <a:pt x="0" y="166649"/>
                    <a:pt x="23317" y="70637"/>
                    <a:pt x="100813" y="0"/>
                  </a:cubicBezTo>
                  <a:cubicBezTo>
                    <a:pt x="100127" y="16459"/>
                    <a:pt x="96698" y="31547"/>
                    <a:pt x="95326" y="43205"/>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0" name="Google Shape;180;g3f72959162f_1_42"/>
            <p:cNvSpPr/>
            <p:nvPr/>
          </p:nvSpPr>
          <p:spPr>
            <a:xfrm flipH="1">
              <a:off x="9653637" y="910573"/>
              <a:ext cx="277183" cy="353273"/>
            </a:xfrm>
            <a:custGeom>
              <a:avLst/>
              <a:gdLst/>
              <a:ahLst/>
              <a:cxnLst/>
              <a:rect l="l" t="t" r="r" b="b"/>
              <a:pathLst>
                <a:path w="349758" h="445770" extrusionOk="0">
                  <a:moveTo>
                    <a:pt x="196" y="0"/>
                  </a:moveTo>
                  <a:cubicBezTo>
                    <a:pt x="30371" y="22631"/>
                    <a:pt x="85921" y="64465"/>
                    <a:pt x="119525" y="109042"/>
                  </a:cubicBezTo>
                  <a:cubicBezTo>
                    <a:pt x="119525" y="109042"/>
                    <a:pt x="142843" y="142646"/>
                    <a:pt x="153815" y="161163"/>
                  </a:cubicBezTo>
                  <a:cubicBezTo>
                    <a:pt x="162731" y="175565"/>
                    <a:pt x="163417" y="191338"/>
                    <a:pt x="181247" y="189967"/>
                  </a:cubicBezTo>
                  <a:cubicBezTo>
                    <a:pt x="197707" y="191338"/>
                    <a:pt x="216223" y="196139"/>
                    <a:pt x="226510" y="200254"/>
                  </a:cubicBezTo>
                  <a:cubicBezTo>
                    <a:pt x="256685" y="212598"/>
                    <a:pt x="280003" y="246888"/>
                    <a:pt x="293033" y="270891"/>
                  </a:cubicBezTo>
                  <a:cubicBezTo>
                    <a:pt x="317036" y="315468"/>
                    <a:pt x="335553" y="359359"/>
                    <a:pt x="351326" y="407365"/>
                  </a:cubicBezTo>
                  <a:cubicBezTo>
                    <a:pt x="352012" y="420395"/>
                    <a:pt x="346525" y="426568"/>
                    <a:pt x="333495" y="425196"/>
                  </a:cubicBezTo>
                  <a:cubicBezTo>
                    <a:pt x="310178" y="379933"/>
                    <a:pt x="304006" y="343586"/>
                    <a:pt x="274516" y="291465"/>
                  </a:cubicBezTo>
                  <a:cubicBezTo>
                    <a:pt x="258057" y="265405"/>
                    <a:pt x="248456" y="226314"/>
                    <a:pt x="197707" y="216027"/>
                  </a:cubicBezTo>
                  <a:cubicBezTo>
                    <a:pt x="185362" y="213284"/>
                    <a:pt x="156559" y="220828"/>
                    <a:pt x="146957" y="228371"/>
                  </a:cubicBezTo>
                  <a:cubicBezTo>
                    <a:pt x="104438" y="259232"/>
                    <a:pt x="88664" y="317525"/>
                    <a:pt x="101009" y="369646"/>
                  </a:cubicBezTo>
                  <a:cubicBezTo>
                    <a:pt x="106495" y="395021"/>
                    <a:pt x="111982" y="419024"/>
                    <a:pt x="114725" y="447142"/>
                  </a:cubicBezTo>
                  <a:cubicBezTo>
                    <a:pt x="112667" y="451942"/>
                    <a:pt x="99637" y="449199"/>
                    <a:pt x="92779" y="445770"/>
                  </a:cubicBezTo>
                  <a:cubicBezTo>
                    <a:pt x="85235" y="415595"/>
                    <a:pt x="74263" y="381991"/>
                    <a:pt x="71519" y="350444"/>
                  </a:cubicBezTo>
                  <a:cubicBezTo>
                    <a:pt x="66719" y="291465"/>
                    <a:pt x="88664" y="243459"/>
                    <a:pt x="132556" y="205054"/>
                  </a:cubicBezTo>
                  <a:cubicBezTo>
                    <a:pt x="142157" y="196825"/>
                    <a:pt x="134613" y="185852"/>
                    <a:pt x="128441" y="176251"/>
                  </a:cubicBezTo>
                  <a:cubicBezTo>
                    <a:pt x="128441" y="176251"/>
                    <a:pt x="117468" y="154991"/>
                    <a:pt x="107181" y="137846"/>
                  </a:cubicBezTo>
                  <a:cubicBezTo>
                    <a:pt x="94837" y="115900"/>
                    <a:pt x="68090" y="90526"/>
                    <a:pt x="35858" y="63779"/>
                  </a:cubicBezTo>
                  <a:cubicBezTo>
                    <a:pt x="27628" y="55550"/>
                    <a:pt x="15970" y="45949"/>
                    <a:pt x="7740" y="38405"/>
                  </a:cubicBezTo>
                  <a:cubicBezTo>
                    <a:pt x="4997" y="36347"/>
                    <a:pt x="-1175" y="11659"/>
                    <a:pt x="196"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181" name="Google Shape;181;g3f72959162f_1_42"/>
          <p:cNvSpPr txBox="1">
            <a:spLocks noGrp="1"/>
          </p:cNvSpPr>
          <p:nvPr>
            <p:ph type="sldNum" idx="12"/>
          </p:nvPr>
        </p:nvSpPr>
        <p:spPr>
          <a:xfrm>
            <a:off x="11409045" y="6333134"/>
            <a:ext cx="731700" cy="5250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grpSp>
        <p:nvGrpSpPr>
          <p:cNvPr id="186" name="Google Shape;186;g3f723ec14bb_0_20"/>
          <p:cNvGrpSpPr/>
          <p:nvPr/>
        </p:nvGrpSpPr>
        <p:grpSpPr>
          <a:xfrm>
            <a:off x="3178407" y="1306769"/>
            <a:ext cx="5835182" cy="1192704"/>
            <a:chOff x="6909376" y="667653"/>
            <a:chExt cx="5835182" cy="1192704"/>
          </a:xfrm>
        </p:grpSpPr>
        <p:sp>
          <p:nvSpPr>
            <p:cNvPr id="187" name="Google Shape;187;g3f723ec14bb_0_20"/>
            <p:cNvSpPr txBox="1"/>
            <p:nvPr/>
          </p:nvSpPr>
          <p:spPr>
            <a:xfrm>
              <a:off x="7920437" y="1075457"/>
              <a:ext cx="4824000" cy="646500"/>
            </a:xfrm>
            <a:prstGeom prst="rect">
              <a:avLst/>
            </a:prstGeom>
            <a:noFill/>
            <a:ln>
              <a:noFill/>
            </a:ln>
          </p:spPr>
          <p:txBody>
            <a:bodyPr spcFirstLastPara="1" wrap="square" lIns="0" tIns="45700" rIns="91425" bIns="45700" anchor="t" anchorCtr="0">
              <a:spAutoFit/>
            </a:bodyPr>
            <a:lstStyle/>
            <a:p>
              <a:pPr marL="0" marR="0" lvl="0" indent="0" algn="l" rtl="0">
                <a:spcBef>
                  <a:spcPts val="0"/>
                </a:spcBef>
                <a:spcAft>
                  <a:spcPts val="0"/>
                </a:spcAft>
                <a:buNone/>
              </a:pPr>
              <a:r>
                <a:rPr lang="en-US" sz="1200" b="1">
                  <a:solidFill>
                    <a:srgbClr val="262626"/>
                  </a:solidFill>
                </a:rPr>
                <a:t>Background</a:t>
              </a:r>
              <a:endParaRPr b="1"/>
            </a:p>
            <a:p>
              <a:pPr marL="0" marR="0" lvl="0" indent="0" algn="l" rtl="0">
                <a:spcBef>
                  <a:spcPts val="0"/>
                </a:spcBef>
                <a:spcAft>
                  <a:spcPts val="0"/>
                </a:spcAft>
                <a:buNone/>
              </a:pPr>
              <a:endParaRPr sz="1200">
                <a:solidFill>
                  <a:srgbClr val="262626"/>
                </a:solidFill>
                <a:latin typeface="Arial"/>
                <a:ea typeface="Arial"/>
                <a:cs typeface="Arial"/>
                <a:sym typeface="Arial"/>
              </a:endParaRPr>
            </a:p>
            <a:p>
              <a:pPr marL="0" marR="0" lvl="0" indent="0" algn="l" rtl="0">
                <a:spcBef>
                  <a:spcPts val="0"/>
                </a:spcBef>
                <a:spcAft>
                  <a:spcPts val="0"/>
                </a:spcAft>
                <a:buNone/>
              </a:pPr>
              <a:r>
                <a:rPr lang="en-US" sz="1200">
                  <a:solidFill>
                    <a:srgbClr val="262626"/>
                  </a:solidFill>
                </a:rPr>
                <a:t>The 18.4% HbA1c testing gap, and what we aim to predict</a:t>
              </a:r>
              <a:endParaRPr sz="1200">
                <a:solidFill>
                  <a:srgbClr val="262626"/>
                </a:solidFill>
                <a:latin typeface="Arial"/>
                <a:ea typeface="Arial"/>
                <a:cs typeface="Arial"/>
                <a:sym typeface="Arial"/>
              </a:endParaRPr>
            </a:p>
          </p:txBody>
        </p:sp>
        <p:sp>
          <p:nvSpPr>
            <p:cNvPr id="188" name="Google Shape;188;g3f723ec14bb_0_20"/>
            <p:cNvSpPr txBox="1"/>
            <p:nvPr/>
          </p:nvSpPr>
          <p:spPr>
            <a:xfrm>
              <a:off x="6909376" y="936957"/>
              <a:ext cx="1011000" cy="923400"/>
            </a:xfrm>
            <a:prstGeom prst="rect">
              <a:avLst/>
            </a:prstGeom>
            <a:noFill/>
            <a:ln>
              <a:noFill/>
            </a:ln>
          </p:spPr>
          <p:txBody>
            <a:bodyPr spcFirstLastPara="1" wrap="square" lIns="108000" tIns="45700" rIns="108000" bIns="45700" anchor="t" anchorCtr="0">
              <a:spAutoFit/>
            </a:bodyPr>
            <a:lstStyle/>
            <a:p>
              <a:pPr marL="0" marR="0" lvl="0" indent="0" algn="l" rtl="0">
                <a:spcBef>
                  <a:spcPts val="0"/>
                </a:spcBef>
                <a:spcAft>
                  <a:spcPts val="0"/>
                </a:spcAft>
                <a:buNone/>
              </a:pPr>
              <a:r>
                <a:rPr lang="en-US" sz="5400" b="1">
                  <a:solidFill>
                    <a:srgbClr val="262626"/>
                  </a:solidFill>
                  <a:latin typeface="Arial"/>
                  <a:ea typeface="Arial"/>
                  <a:cs typeface="Arial"/>
                  <a:sym typeface="Arial"/>
                </a:rPr>
                <a:t>01</a:t>
              </a:r>
              <a:endParaRPr sz="5400" b="1">
                <a:solidFill>
                  <a:srgbClr val="262626"/>
                </a:solidFill>
                <a:latin typeface="Arial"/>
                <a:ea typeface="Arial"/>
                <a:cs typeface="Arial"/>
                <a:sym typeface="Arial"/>
              </a:endParaRPr>
            </a:p>
          </p:txBody>
        </p:sp>
        <p:sp>
          <p:nvSpPr>
            <p:cNvPr id="189" name="Google Shape;189;g3f723ec14bb_0_20"/>
            <p:cNvSpPr txBox="1"/>
            <p:nvPr/>
          </p:nvSpPr>
          <p:spPr>
            <a:xfrm>
              <a:off x="7041258" y="667653"/>
              <a:ext cx="5703300" cy="307800"/>
            </a:xfrm>
            <a:prstGeom prst="rect">
              <a:avLst/>
            </a:prstGeom>
            <a:noFill/>
            <a:ln>
              <a:noFill/>
            </a:ln>
          </p:spPr>
          <p:txBody>
            <a:bodyPr spcFirstLastPara="1" wrap="square" lIns="0" tIns="45700" rIns="91425" bIns="45700" anchor="t" anchorCtr="0">
              <a:spAutoFit/>
            </a:bodyPr>
            <a:lstStyle/>
            <a:p>
              <a:pPr marL="0" marR="0" lvl="0" indent="0" algn="l" rtl="0">
                <a:spcBef>
                  <a:spcPts val="0"/>
                </a:spcBef>
                <a:spcAft>
                  <a:spcPts val="0"/>
                </a:spcAft>
                <a:buNone/>
              </a:pPr>
              <a:endParaRPr/>
            </a:p>
          </p:txBody>
        </p:sp>
      </p:grpSp>
      <p:grpSp>
        <p:nvGrpSpPr>
          <p:cNvPr id="190" name="Google Shape;190;g3f723ec14bb_0_20"/>
          <p:cNvGrpSpPr/>
          <p:nvPr/>
        </p:nvGrpSpPr>
        <p:grpSpPr>
          <a:xfrm>
            <a:off x="3178407" y="2534046"/>
            <a:ext cx="5835182" cy="1192704"/>
            <a:chOff x="6909376" y="667653"/>
            <a:chExt cx="5835182" cy="1192704"/>
          </a:xfrm>
        </p:grpSpPr>
        <p:sp>
          <p:nvSpPr>
            <p:cNvPr id="191" name="Google Shape;191;g3f723ec14bb_0_20"/>
            <p:cNvSpPr txBox="1"/>
            <p:nvPr/>
          </p:nvSpPr>
          <p:spPr>
            <a:xfrm>
              <a:off x="7920437" y="1075457"/>
              <a:ext cx="4824000" cy="646500"/>
            </a:xfrm>
            <a:prstGeom prst="rect">
              <a:avLst/>
            </a:prstGeom>
            <a:noFill/>
            <a:ln>
              <a:noFill/>
            </a:ln>
          </p:spPr>
          <p:txBody>
            <a:bodyPr spcFirstLastPara="1" wrap="square" lIns="0" tIns="45700" rIns="91425" bIns="45700" anchor="t" anchorCtr="0">
              <a:spAutoFit/>
            </a:bodyPr>
            <a:lstStyle/>
            <a:p>
              <a:pPr marL="0" marR="0" lvl="0" indent="0" algn="l" rtl="0">
                <a:spcBef>
                  <a:spcPts val="0"/>
                </a:spcBef>
                <a:spcAft>
                  <a:spcPts val="0"/>
                </a:spcAft>
                <a:buNone/>
              </a:pPr>
              <a:r>
                <a:rPr lang="en-US" sz="1200" b="1">
                  <a:solidFill>
                    <a:srgbClr val="262626"/>
                  </a:solidFill>
                </a:rPr>
                <a:t>Pipeline</a:t>
              </a:r>
              <a:endParaRPr b="1"/>
            </a:p>
            <a:p>
              <a:pPr marL="0" marR="0" lvl="0" indent="0" algn="l" rtl="0">
                <a:spcBef>
                  <a:spcPts val="0"/>
                </a:spcBef>
                <a:spcAft>
                  <a:spcPts val="0"/>
                </a:spcAft>
                <a:buNone/>
              </a:pPr>
              <a:endParaRPr sz="1200">
                <a:solidFill>
                  <a:srgbClr val="262626"/>
                </a:solidFill>
                <a:latin typeface="Arial"/>
                <a:ea typeface="Arial"/>
                <a:cs typeface="Arial"/>
                <a:sym typeface="Arial"/>
              </a:endParaRPr>
            </a:p>
            <a:p>
              <a:pPr marL="0" marR="0" lvl="0" indent="0" algn="l" rtl="0">
                <a:spcBef>
                  <a:spcPts val="0"/>
                </a:spcBef>
                <a:spcAft>
                  <a:spcPts val="0"/>
                </a:spcAft>
                <a:buNone/>
              </a:pPr>
              <a:r>
                <a:rPr lang="en-US" sz="1200">
                  <a:solidFill>
                    <a:srgbClr val="262626"/>
                  </a:solidFill>
                </a:rPr>
                <a:t>From raw data to the final model deployed to production</a:t>
              </a:r>
              <a:endParaRPr sz="1200">
                <a:solidFill>
                  <a:srgbClr val="262626"/>
                </a:solidFill>
                <a:latin typeface="Arial"/>
                <a:ea typeface="Arial"/>
                <a:cs typeface="Arial"/>
                <a:sym typeface="Arial"/>
              </a:endParaRPr>
            </a:p>
          </p:txBody>
        </p:sp>
        <p:sp>
          <p:nvSpPr>
            <p:cNvPr id="192" name="Google Shape;192;g3f723ec14bb_0_20"/>
            <p:cNvSpPr txBox="1"/>
            <p:nvPr/>
          </p:nvSpPr>
          <p:spPr>
            <a:xfrm>
              <a:off x="6909376" y="936957"/>
              <a:ext cx="1011000" cy="923400"/>
            </a:xfrm>
            <a:prstGeom prst="rect">
              <a:avLst/>
            </a:prstGeom>
            <a:noFill/>
            <a:ln>
              <a:noFill/>
            </a:ln>
          </p:spPr>
          <p:txBody>
            <a:bodyPr spcFirstLastPara="1" wrap="square" lIns="108000" tIns="45700" rIns="108000" bIns="45700" anchor="t" anchorCtr="0">
              <a:spAutoFit/>
            </a:bodyPr>
            <a:lstStyle/>
            <a:p>
              <a:pPr marL="0" marR="0" lvl="0" indent="0" algn="l" rtl="0">
                <a:spcBef>
                  <a:spcPts val="0"/>
                </a:spcBef>
                <a:spcAft>
                  <a:spcPts val="0"/>
                </a:spcAft>
                <a:buNone/>
              </a:pPr>
              <a:r>
                <a:rPr lang="en-US" sz="5400" b="1">
                  <a:solidFill>
                    <a:srgbClr val="262626"/>
                  </a:solidFill>
                  <a:latin typeface="Arial"/>
                  <a:ea typeface="Arial"/>
                  <a:cs typeface="Arial"/>
                  <a:sym typeface="Arial"/>
                </a:rPr>
                <a:t>02</a:t>
              </a:r>
              <a:endParaRPr sz="5400" b="1">
                <a:solidFill>
                  <a:srgbClr val="262626"/>
                </a:solidFill>
                <a:latin typeface="Arial"/>
                <a:ea typeface="Arial"/>
                <a:cs typeface="Arial"/>
                <a:sym typeface="Arial"/>
              </a:endParaRPr>
            </a:p>
          </p:txBody>
        </p:sp>
        <p:sp>
          <p:nvSpPr>
            <p:cNvPr id="193" name="Google Shape;193;g3f723ec14bb_0_20"/>
            <p:cNvSpPr txBox="1"/>
            <p:nvPr/>
          </p:nvSpPr>
          <p:spPr>
            <a:xfrm>
              <a:off x="7041258" y="667653"/>
              <a:ext cx="5703300" cy="307800"/>
            </a:xfrm>
            <a:prstGeom prst="rect">
              <a:avLst/>
            </a:prstGeom>
            <a:noFill/>
            <a:ln>
              <a:noFill/>
            </a:ln>
          </p:spPr>
          <p:txBody>
            <a:bodyPr spcFirstLastPara="1" wrap="square" lIns="0" tIns="45700" rIns="91425" bIns="45700" anchor="t" anchorCtr="0">
              <a:spAutoFit/>
            </a:bodyPr>
            <a:lstStyle/>
            <a:p>
              <a:pPr marL="0" marR="0" lvl="0" indent="0" algn="l" rtl="0">
                <a:spcBef>
                  <a:spcPts val="0"/>
                </a:spcBef>
                <a:spcAft>
                  <a:spcPts val="0"/>
                </a:spcAft>
                <a:buNone/>
              </a:pPr>
              <a:endParaRPr/>
            </a:p>
          </p:txBody>
        </p:sp>
      </p:grpSp>
      <p:grpSp>
        <p:nvGrpSpPr>
          <p:cNvPr id="194" name="Google Shape;194;g3f723ec14bb_0_20"/>
          <p:cNvGrpSpPr/>
          <p:nvPr/>
        </p:nvGrpSpPr>
        <p:grpSpPr>
          <a:xfrm>
            <a:off x="3178407" y="4919474"/>
            <a:ext cx="5835182" cy="1192704"/>
            <a:chOff x="6909376" y="667653"/>
            <a:chExt cx="5835182" cy="1192704"/>
          </a:xfrm>
        </p:grpSpPr>
        <p:sp>
          <p:nvSpPr>
            <p:cNvPr id="195" name="Google Shape;195;g3f723ec14bb_0_20"/>
            <p:cNvSpPr txBox="1"/>
            <p:nvPr/>
          </p:nvSpPr>
          <p:spPr>
            <a:xfrm>
              <a:off x="7920437" y="1075457"/>
              <a:ext cx="4824000" cy="646500"/>
            </a:xfrm>
            <a:prstGeom prst="rect">
              <a:avLst/>
            </a:prstGeom>
            <a:noFill/>
            <a:ln>
              <a:noFill/>
            </a:ln>
          </p:spPr>
          <p:txBody>
            <a:bodyPr spcFirstLastPara="1" wrap="square" lIns="0" tIns="45700" rIns="91425" bIns="45700" anchor="t" anchorCtr="0">
              <a:spAutoFit/>
            </a:bodyPr>
            <a:lstStyle/>
            <a:p>
              <a:pPr marL="0" marR="0" lvl="0" indent="0" algn="l" rtl="0">
                <a:spcBef>
                  <a:spcPts val="0"/>
                </a:spcBef>
                <a:spcAft>
                  <a:spcPts val="0"/>
                </a:spcAft>
                <a:buNone/>
              </a:pPr>
              <a:r>
                <a:rPr lang="en-US" sz="1200" b="1">
                  <a:solidFill>
                    <a:srgbClr val="262626"/>
                  </a:solidFill>
                </a:rPr>
                <a:t>Deployment &amp; Next Steps</a:t>
              </a:r>
              <a:endParaRPr b="1"/>
            </a:p>
            <a:p>
              <a:pPr marL="0" marR="0" lvl="0" indent="0" algn="l" rtl="0">
                <a:spcBef>
                  <a:spcPts val="0"/>
                </a:spcBef>
                <a:spcAft>
                  <a:spcPts val="0"/>
                </a:spcAft>
                <a:buNone/>
              </a:pPr>
              <a:endParaRPr sz="1200">
                <a:solidFill>
                  <a:srgbClr val="262626"/>
                </a:solidFill>
                <a:latin typeface="Arial"/>
                <a:ea typeface="Arial"/>
                <a:cs typeface="Arial"/>
                <a:sym typeface="Arial"/>
              </a:endParaRPr>
            </a:p>
            <a:p>
              <a:pPr marL="0" marR="0" lvl="0" indent="0" algn="l" rtl="0">
                <a:spcBef>
                  <a:spcPts val="0"/>
                </a:spcBef>
                <a:spcAft>
                  <a:spcPts val="0"/>
                </a:spcAft>
                <a:buNone/>
              </a:pPr>
              <a:r>
                <a:rPr lang="en-US" sz="1200">
                  <a:solidFill>
                    <a:srgbClr val="262626"/>
                  </a:solidFill>
                </a:rPr>
                <a:t>Containerization, drift monitoring, and what’s next</a:t>
              </a:r>
              <a:endParaRPr sz="1200">
                <a:solidFill>
                  <a:srgbClr val="262626"/>
                </a:solidFill>
                <a:latin typeface="Arial"/>
                <a:ea typeface="Arial"/>
                <a:cs typeface="Arial"/>
                <a:sym typeface="Arial"/>
              </a:endParaRPr>
            </a:p>
          </p:txBody>
        </p:sp>
        <p:sp>
          <p:nvSpPr>
            <p:cNvPr id="196" name="Google Shape;196;g3f723ec14bb_0_20"/>
            <p:cNvSpPr txBox="1"/>
            <p:nvPr/>
          </p:nvSpPr>
          <p:spPr>
            <a:xfrm>
              <a:off x="6909376" y="936957"/>
              <a:ext cx="1011000" cy="923400"/>
            </a:xfrm>
            <a:prstGeom prst="rect">
              <a:avLst/>
            </a:prstGeom>
            <a:noFill/>
            <a:ln>
              <a:noFill/>
            </a:ln>
          </p:spPr>
          <p:txBody>
            <a:bodyPr spcFirstLastPara="1" wrap="square" lIns="108000" tIns="45700" rIns="108000" bIns="45700" anchor="t" anchorCtr="0">
              <a:spAutoFit/>
            </a:bodyPr>
            <a:lstStyle/>
            <a:p>
              <a:pPr marL="0" marR="0" lvl="0" indent="0" algn="l" rtl="0">
                <a:spcBef>
                  <a:spcPts val="0"/>
                </a:spcBef>
                <a:spcAft>
                  <a:spcPts val="0"/>
                </a:spcAft>
                <a:buNone/>
              </a:pPr>
              <a:r>
                <a:rPr lang="en-US" sz="5400" b="1">
                  <a:solidFill>
                    <a:srgbClr val="262626"/>
                  </a:solidFill>
                  <a:latin typeface="Arial"/>
                  <a:ea typeface="Arial"/>
                  <a:cs typeface="Arial"/>
                  <a:sym typeface="Arial"/>
                </a:rPr>
                <a:t>0</a:t>
              </a:r>
              <a:r>
                <a:rPr lang="en-US" sz="5400" b="1">
                  <a:solidFill>
                    <a:srgbClr val="262626"/>
                  </a:solidFill>
                </a:rPr>
                <a:t>4</a:t>
              </a:r>
              <a:endParaRPr sz="5400" b="1">
                <a:solidFill>
                  <a:srgbClr val="262626"/>
                </a:solidFill>
                <a:latin typeface="Arial"/>
                <a:ea typeface="Arial"/>
                <a:cs typeface="Arial"/>
                <a:sym typeface="Arial"/>
              </a:endParaRPr>
            </a:p>
          </p:txBody>
        </p:sp>
        <p:sp>
          <p:nvSpPr>
            <p:cNvPr id="197" name="Google Shape;197;g3f723ec14bb_0_20"/>
            <p:cNvSpPr txBox="1"/>
            <p:nvPr/>
          </p:nvSpPr>
          <p:spPr>
            <a:xfrm>
              <a:off x="7041258" y="667653"/>
              <a:ext cx="5703300" cy="307800"/>
            </a:xfrm>
            <a:prstGeom prst="rect">
              <a:avLst/>
            </a:prstGeom>
            <a:noFill/>
            <a:ln>
              <a:noFill/>
            </a:ln>
          </p:spPr>
          <p:txBody>
            <a:bodyPr spcFirstLastPara="1" wrap="square" lIns="0" tIns="45700" rIns="91425" bIns="45700" anchor="t" anchorCtr="0">
              <a:spAutoFit/>
            </a:bodyPr>
            <a:lstStyle/>
            <a:p>
              <a:pPr marL="0" marR="0" lvl="0" indent="0" algn="l" rtl="0">
                <a:spcBef>
                  <a:spcPts val="0"/>
                </a:spcBef>
                <a:spcAft>
                  <a:spcPts val="0"/>
                </a:spcAft>
                <a:buNone/>
              </a:pPr>
              <a:endParaRPr/>
            </a:p>
          </p:txBody>
        </p:sp>
      </p:grpSp>
      <p:sp>
        <p:nvSpPr>
          <p:cNvPr id="198" name="Google Shape;198;g3f723ec14bb_0_20"/>
          <p:cNvSpPr txBox="1"/>
          <p:nvPr/>
        </p:nvSpPr>
        <p:spPr>
          <a:xfrm>
            <a:off x="0" y="108335"/>
            <a:ext cx="12192000" cy="923400"/>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5400">
                <a:solidFill>
                  <a:srgbClr val="262626"/>
                </a:solidFill>
              </a:rPr>
              <a:t>Agenda</a:t>
            </a:r>
            <a:endParaRPr sz="5400">
              <a:solidFill>
                <a:srgbClr val="262626"/>
              </a:solidFill>
              <a:latin typeface="Arial"/>
              <a:ea typeface="Arial"/>
              <a:cs typeface="Arial"/>
              <a:sym typeface="Arial"/>
            </a:endParaRPr>
          </a:p>
        </p:txBody>
      </p:sp>
      <p:sp>
        <p:nvSpPr>
          <p:cNvPr id="199" name="Google Shape;199;g3f723ec14bb_0_20"/>
          <p:cNvSpPr txBox="1">
            <a:spLocks noGrp="1"/>
          </p:cNvSpPr>
          <p:nvPr>
            <p:ph type="sldNum" idx="12"/>
          </p:nvPr>
        </p:nvSpPr>
        <p:spPr>
          <a:xfrm>
            <a:off x="11409045" y="6333134"/>
            <a:ext cx="731700" cy="5250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US"/>
              <a:t>3</a:t>
            </a:fld>
            <a:endParaRPr/>
          </a:p>
        </p:txBody>
      </p:sp>
      <p:grpSp>
        <p:nvGrpSpPr>
          <p:cNvPr id="200" name="Google Shape;200;g3f723ec14bb_0_20"/>
          <p:cNvGrpSpPr/>
          <p:nvPr/>
        </p:nvGrpSpPr>
        <p:grpSpPr>
          <a:xfrm>
            <a:off x="3178407" y="3726759"/>
            <a:ext cx="5835182" cy="1192704"/>
            <a:chOff x="6909376" y="667653"/>
            <a:chExt cx="5835182" cy="1192704"/>
          </a:xfrm>
        </p:grpSpPr>
        <p:sp>
          <p:nvSpPr>
            <p:cNvPr id="201" name="Google Shape;201;g3f723ec14bb_0_20"/>
            <p:cNvSpPr txBox="1"/>
            <p:nvPr/>
          </p:nvSpPr>
          <p:spPr>
            <a:xfrm>
              <a:off x="7920437" y="1075457"/>
              <a:ext cx="4824000" cy="646500"/>
            </a:xfrm>
            <a:prstGeom prst="rect">
              <a:avLst/>
            </a:prstGeom>
            <a:noFill/>
            <a:ln>
              <a:noFill/>
            </a:ln>
          </p:spPr>
          <p:txBody>
            <a:bodyPr spcFirstLastPara="1" wrap="square" lIns="0" tIns="45700" rIns="91425" bIns="45700" anchor="t" anchorCtr="0">
              <a:spAutoFit/>
            </a:bodyPr>
            <a:lstStyle/>
            <a:p>
              <a:pPr marL="0" marR="0" lvl="0" indent="0" algn="l" rtl="0">
                <a:spcBef>
                  <a:spcPts val="0"/>
                </a:spcBef>
                <a:spcAft>
                  <a:spcPts val="0"/>
                </a:spcAft>
                <a:buNone/>
              </a:pPr>
              <a:r>
                <a:rPr lang="en-US" sz="1200" b="1">
                  <a:solidFill>
                    <a:srgbClr val="262626"/>
                  </a:solidFill>
                </a:rPr>
                <a:t>Monitoring and Drift Simulation</a:t>
              </a:r>
              <a:endParaRPr b="1"/>
            </a:p>
            <a:p>
              <a:pPr marL="0" marR="0" lvl="0" indent="0" algn="l" rtl="0">
                <a:spcBef>
                  <a:spcPts val="0"/>
                </a:spcBef>
                <a:spcAft>
                  <a:spcPts val="0"/>
                </a:spcAft>
                <a:buNone/>
              </a:pPr>
              <a:endParaRPr sz="1200">
                <a:solidFill>
                  <a:srgbClr val="262626"/>
                </a:solidFill>
                <a:latin typeface="Arial"/>
                <a:ea typeface="Arial"/>
                <a:cs typeface="Arial"/>
                <a:sym typeface="Arial"/>
              </a:endParaRPr>
            </a:p>
            <a:p>
              <a:pPr marL="0" marR="0" lvl="0" indent="0" algn="l" rtl="0">
                <a:spcBef>
                  <a:spcPts val="0"/>
                </a:spcBef>
                <a:spcAft>
                  <a:spcPts val="0"/>
                </a:spcAft>
                <a:buNone/>
              </a:pPr>
              <a:r>
                <a:rPr lang="en-US" sz="1200">
                  <a:solidFill>
                    <a:srgbClr val="262626"/>
                  </a:solidFill>
                </a:rPr>
                <a:t>Drift detection, storing and visualization of monitoring metrics</a:t>
              </a:r>
              <a:endParaRPr sz="1200">
                <a:solidFill>
                  <a:srgbClr val="262626"/>
                </a:solidFill>
                <a:latin typeface="Arial"/>
                <a:ea typeface="Arial"/>
                <a:cs typeface="Arial"/>
                <a:sym typeface="Arial"/>
              </a:endParaRPr>
            </a:p>
          </p:txBody>
        </p:sp>
        <p:sp>
          <p:nvSpPr>
            <p:cNvPr id="202" name="Google Shape;202;g3f723ec14bb_0_20"/>
            <p:cNvSpPr txBox="1"/>
            <p:nvPr/>
          </p:nvSpPr>
          <p:spPr>
            <a:xfrm>
              <a:off x="6909376" y="936957"/>
              <a:ext cx="1011000" cy="923400"/>
            </a:xfrm>
            <a:prstGeom prst="rect">
              <a:avLst/>
            </a:prstGeom>
            <a:noFill/>
            <a:ln>
              <a:noFill/>
            </a:ln>
          </p:spPr>
          <p:txBody>
            <a:bodyPr spcFirstLastPara="1" wrap="square" lIns="108000" tIns="45700" rIns="108000" bIns="45700" anchor="t" anchorCtr="0">
              <a:spAutoFit/>
            </a:bodyPr>
            <a:lstStyle/>
            <a:p>
              <a:pPr marL="0" marR="0" lvl="0" indent="0" algn="l" rtl="0">
                <a:spcBef>
                  <a:spcPts val="0"/>
                </a:spcBef>
                <a:spcAft>
                  <a:spcPts val="0"/>
                </a:spcAft>
                <a:buNone/>
              </a:pPr>
              <a:r>
                <a:rPr lang="en-US" sz="5400" b="1">
                  <a:solidFill>
                    <a:srgbClr val="262626"/>
                  </a:solidFill>
                  <a:latin typeface="Arial"/>
                  <a:ea typeface="Arial"/>
                  <a:cs typeface="Arial"/>
                  <a:sym typeface="Arial"/>
                </a:rPr>
                <a:t>0</a:t>
              </a:r>
              <a:r>
                <a:rPr lang="en-US" sz="5400" b="1">
                  <a:solidFill>
                    <a:srgbClr val="262626"/>
                  </a:solidFill>
                </a:rPr>
                <a:t>3</a:t>
              </a:r>
              <a:endParaRPr sz="5400" b="1">
                <a:solidFill>
                  <a:srgbClr val="262626"/>
                </a:solidFill>
                <a:latin typeface="Arial"/>
                <a:ea typeface="Arial"/>
                <a:cs typeface="Arial"/>
                <a:sym typeface="Arial"/>
              </a:endParaRPr>
            </a:p>
          </p:txBody>
        </p:sp>
        <p:sp>
          <p:nvSpPr>
            <p:cNvPr id="203" name="Google Shape;203;g3f723ec14bb_0_20"/>
            <p:cNvSpPr txBox="1"/>
            <p:nvPr/>
          </p:nvSpPr>
          <p:spPr>
            <a:xfrm>
              <a:off x="7041258" y="667653"/>
              <a:ext cx="5703300" cy="307800"/>
            </a:xfrm>
            <a:prstGeom prst="rect">
              <a:avLst/>
            </a:prstGeom>
            <a:noFill/>
            <a:ln>
              <a:noFill/>
            </a:ln>
          </p:spPr>
          <p:txBody>
            <a:bodyPr spcFirstLastPara="1" wrap="square" lIns="0" tIns="45700" rIns="91425" bIns="45700" anchor="t" anchorCtr="0">
              <a:spAutoFit/>
            </a:bodyPr>
            <a:lstStyle/>
            <a:p>
              <a:pPr marL="0" marR="0" lvl="0" indent="0" algn="l" rtl="0">
                <a:spcBef>
                  <a:spcPts val="0"/>
                </a:spcBef>
                <a:spcAft>
                  <a:spcPts val="0"/>
                </a:spcAft>
                <a:buNone/>
              </a:pP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g3f723ec14bb_0_36"/>
          <p:cNvSpPr txBox="1"/>
          <p:nvPr/>
        </p:nvSpPr>
        <p:spPr>
          <a:xfrm>
            <a:off x="0" y="101808"/>
            <a:ext cx="12192000" cy="923400"/>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5400">
                <a:solidFill>
                  <a:srgbClr val="262626"/>
                </a:solidFill>
              </a:rPr>
              <a:t>Background</a:t>
            </a:r>
            <a:endParaRPr sz="5400">
              <a:solidFill>
                <a:srgbClr val="262626"/>
              </a:solidFill>
              <a:latin typeface="Arial"/>
              <a:ea typeface="Arial"/>
              <a:cs typeface="Arial"/>
              <a:sym typeface="Arial"/>
            </a:endParaRPr>
          </a:p>
        </p:txBody>
      </p:sp>
      <p:sp>
        <p:nvSpPr>
          <p:cNvPr id="209" name="Google Shape;209;g3f723ec14bb_0_36"/>
          <p:cNvSpPr txBox="1"/>
          <p:nvPr/>
        </p:nvSpPr>
        <p:spPr>
          <a:xfrm>
            <a:off x="1002749" y="2777925"/>
            <a:ext cx="4454100" cy="2678100"/>
          </a:xfrm>
          <a:prstGeom prst="rect">
            <a:avLst/>
          </a:prstGeom>
          <a:noFill/>
          <a:ln>
            <a:noFill/>
          </a:ln>
        </p:spPr>
        <p:txBody>
          <a:bodyPr spcFirstLastPara="1" wrap="square" lIns="91425" tIns="45700" rIns="91425" bIns="45700" anchor="t" anchorCtr="0">
            <a:spAutoFit/>
          </a:bodyPr>
          <a:lstStyle/>
          <a:p>
            <a:pPr marL="457200" marR="0" lvl="0" indent="-317500" algn="l" rtl="0">
              <a:spcBef>
                <a:spcPts val="0"/>
              </a:spcBef>
              <a:spcAft>
                <a:spcPts val="0"/>
              </a:spcAft>
              <a:buClr>
                <a:srgbClr val="3F3F3F"/>
              </a:buClr>
              <a:buSzPts val="1400"/>
              <a:buChar char="●"/>
            </a:pPr>
            <a:r>
              <a:rPr lang="en-US" b="1">
                <a:solidFill>
                  <a:srgbClr val="3F3F3F"/>
                </a:solidFill>
              </a:rPr>
              <a:t>Diabetic patients face elevated risk of hospital readmission</a:t>
            </a:r>
            <a:r>
              <a:rPr lang="en-US">
                <a:solidFill>
                  <a:srgbClr val="3F3F3F"/>
                </a:solidFill>
              </a:rPr>
              <a:t> within 30 days of discharge, resulting in </a:t>
            </a:r>
            <a:r>
              <a:rPr lang="en-US" b="1">
                <a:solidFill>
                  <a:srgbClr val="3F3F3F"/>
                </a:solidFill>
              </a:rPr>
              <a:t>higher costs for both patients and hospitals</a:t>
            </a:r>
            <a:endParaRPr b="1">
              <a:solidFill>
                <a:srgbClr val="3F3F3F"/>
              </a:solidFill>
            </a:endParaRPr>
          </a:p>
          <a:p>
            <a:pPr marL="0" marR="0" lvl="0" indent="0" algn="l" rtl="0">
              <a:spcBef>
                <a:spcPts val="0"/>
              </a:spcBef>
              <a:spcAft>
                <a:spcPts val="0"/>
              </a:spcAft>
              <a:buNone/>
            </a:pPr>
            <a:endParaRPr b="1">
              <a:solidFill>
                <a:srgbClr val="3F3F3F"/>
              </a:solidFill>
            </a:endParaRPr>
          </a:p>
          <a:p>
            <a:pPr marL="457200" marR="0" lvl="0" indent="-317500" algn="l" rtl="0">
              <a:spcBef>
                <a:spcPts val="0"/>
              </a:spcBef>
              <a:spcAft>
                <a:spcPts val="0"/>
              </a:spcAft>
              <a:buClr>
                <a:srgbClr val="3F3F3F"/>
              </a:buClr>
              <a:buSzPts val="1400"/>
              <a:buChar char="●"/>
            </a:pPr>
            <a:r>
              <a:rPr lang="en-US" b="1">
                <a:solidFill>
                  <a:srgbClr val="3F3F3F"/>
                </a:solidFill>
              </a:rPr>
              <a:t>HbA1c </a:t>
            </a:r>
            <a:r>
              <a:rPr lang="en-US">
                <a:solidFill>
                  <a:srgbClr val="3F3F3F"/>
                </a:solidFill>
              </a:rPr>
              <a:t>(a marker of glucose control) is a recognized way to assess diabetes management, yet it is </a:t>
            </a:r>
            <a:r>
              <a:rPr lang="en-US" b="1">
                <a:solidFill>
                  <a:srgbClr val="3F3F3F"/>
                </a:solidFill>
              </a:rPr>
              <a:t>measured in only 18.4% of diabetic admissions</a:t>
            </a:r>
            <a:endParaRPr b="1">
              <a:solidFill>
                <a:srgbClr val="3F3F3F"/>
              </a:solidFill>
            </a:endParaRPr>
          </a:p>
          <a:p>
            <a:pPr marL="0" marR="0" lvl="0" indent="0" algn="l" rtl="0">
              <a:spcBef>
                <a:spcPts val="0"/>
              </a:spcBef>
              <a:spcAft>
                <a:spcPts val="0"/>
              </a:spcAft>
              <a:buNone/>
            </a:pPr>
            <a:endParaRPr>
              <a:solidFill>
                <a:srgbClr val="3F3F3F"/>
              </a:solidFill>
            </a:endParaRPr>
          </a:p>
          <a:p>
            <a:pPr marL="457200" marR="0" lvl="0" indent="-317500" algn="l" rtl="0">
              <a:spcBef>
                <a:spcPts val="0"/>
              </a:spcBef>
              <a:spcAft>
                <a:spcPts val="0"/>
              </a:spcAft>
              <a:buClr>
                <a:srgbClr val="3F3F3F"/>
              </a:buClr>
              <a:buSzPts val="1400"/>
              <a:buChar char="●"/>
            </a:pPr>
            <a:r>
              <a:rPr lang="en-US" b="1">
                <a:solidFill>
                  <a:srgbClr val="3F3F3F"/>
                </a:solidFill>
              </a:rPr>
              <a:t>The Gap: </a:t>
            </a:r>
            <a:r>
              <a:rPr lang="en-US">
                <a:solidFill>
                  <a:srgbClr val="3F3F3F"/>
                </a:solidFill>
              </a:rPr>
              <a:t>no systematic way to flag at-risk patients before discharge</a:t>
            </a:r>
            <a:endParaRPr>
              <a:solidFill>
                <a:srgbClr val="3F3F3F"/>
              </a:solidFill>
            </a:endParaRPr>
          </a:p>
        </p:txBody>
      </p:sp>
      <p:sp>
        <p:nvSpPr>
          <p:cNvPr id="210" name="Google Shape;210;g3f723ec14bb_0_36"/>
          <p:cNvSpPr txBox="1"/>
          <p:nvPr/>
        </p:nvSpPr>
        <p:spPr>
          <a:xfrm>
            <a:off x="1776715" y="1936105"/>
            <a:ext cx="4124700" cy="3387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a:solidFill>
                  <a:srgbClr val="3F3F3F"/>
                </a:solidFill>
              </a:rPr>
              <a:t>Challenge</a:t>
            </a:r>
            <a:endParaRPr sz="1600" b="1">
              <a:solidFill>
                <a:srgbClr val="3F3F3F"/>
              </a:solidFill>
              <a:latin typeface="Arial"/>
              <a:ea typeface="Arial"/>
              <a:cs typeface="Arial"/>
              <a:sym typeface="Arial"/>
            </a:endParaRPr>
          </a:p>
        </p:txBody>
      </p:sp>
      <p:sp>
        <p:nvSpPr>
          <p:cNvPr id="211" name="Google Shape;211;g3f723ec14bb_0_36"/>
          <p:cNvSpPr txBox="1"/>
          <p:nvPr/>
        </p:nvSpPr>
        <p:spPr>
          <a:xfrm>
            <a:off x="1002769" y="1782211"/>
            <a:ext cx="774000" cy="646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a:solidFill>
                  <a:schemeClr val="accent1"/>
                </a:solidFill>
                <a:latin typeface="Arial"/>
                <a:ea typeface="Arial"/>
                <a:cs typeface="Arial"/>
                <a:sym typeface="Arial"/>
              </a:rPr>
              <a:t>01</a:t>
            </a:r>
            <a:endParaRPr sz="3600" b="1">
              <a:solidFill>
                <a:schemeClr val="accent1"/>
              </a:solidFill>
              <a:latin typeface="Arial"/>
              <a:ea typeface="Arial"/>
              <a:cs typeface="Arial"/>
              <a:sym typeface="Arial"/>
            </a:endParaRPr>
          </a:p>
        </p:txBody>
      </p:sp>
      <p:sp>
        <p:nvSpPr>
          <p:cNvPr id="212" name="Google Shape;212;g3f723ec14bb_0_36"/>
          <p:cNvSpPr txBox="1"/>
          <p:nvPr/>
        </p:nvSpPr>
        <p:spPr>
          <a:xfrm>
            <a:off x="6487125" y="2777924"/>
            <a:ext cx="4124700" cy="3324600"/>
          </a:xfrm>
          <a:prstGeom prst="rect">
            <a:avLst/>
          </a:prstGeom>
          <a:noFill/>
          <a:ln>
            <a:noFill/>
          </a:ln>
        </p:spPr>
        <p:txBody>
          <a:bodyPr spcFirstLastPara="1" wrap="square" lIns="91425" tIns="45700" rIns="91425" bIns="45700" anchor="t" anchorCtr="0">
            <a:spAutoFit/>
          </a:bodyPr>
          <a:lstStyle/>
          <a:p>
            <a:pPr marL="457200" marR="0" lvl="0" indent="-317500" algn="l" rtl="0">
              <a:spcBef>
                <a:spcPts val="0"/>
              </a:spcBef>
              <a:spcAft>
                <a:spcPts val="0"/>
              </a:spcAft>
              <a:buClr>
                <a:srgbClr val="3F3F3F"/>
              </a:buClr>
              <a:buSzPts val="1400"/>
              <a:buChar char="●"/>
            </a:pPr>
            <a:r>
              <a:rPr lang="en-US" b="1">
                <a:solidFill>
                  <a:srgbClr val="3F3F3F"/>
                </a:solidFill>
              </a:rPr>
              <a:t>An end-to-end ML pipeline that predicts readmission risk</a:t>
            </a:r>
            <a:r>
              <a:rPr lang="en-US">
                <a:solidFill>
                  <a:srgbClr val="3F3F3F"/>
                </a:solidFill>
              </a:rPr>
              <a:t> for diabetic patients using health record data at time of discharge</a:t>
            </a:r>
            <a:endParaRPr>
              <a:solidFill>
                <a:srgbClr val="3F3F3F"/>
              </a:solidFill>
            </a:endParaRPr>
          </a:p>
          <a:p>
            <a:pPr marL="0" marR="0" lvl="0" indent="0" algn="l" rtl="0">
              <a:spcBef>
                <a:spcPts val="0"/>
              </a:spcBef>
              <a:spcAft>
                <a:spcPts val="0"/>
              </a:spcAft>
              <a:buNone/>
            </a:pPr>
            <a:endParaRPr>
              <a:solidFill>
                <a:srgbClr val="3F3F3F"/>
              </a:solidFill>
            </a:endParaRPr>
          </a:p>
          <a:p>
            <a:pPr marL="457200" marR="0" lvl="0" indent="-317500" algn="l" rtl="0">
              <a:spcBef>
                <a:spcPts val="0"/>
              </a:spcBef>
              <a:spcAft>
                <a:spcPts val="0"/>
              </a:spcAft>
              <a:buClr>
                <a:srgbClr val="3F3F3F"/>
              </a:buClr>
              <a:buSzPts val="1400"/>
              <a:buChar char="●"/>
            </a:pPr>
            <a:r>
              <a:rPr lang="en-US">
                <a:solidFill>
                  <a:srgbClr val="3F3F3F"/>
                </a:solidFill>
              </a:rPr>
              <a:t>Combine binary classifier with feature-importance analysis to </a:t>
            </a:r>
            <a:r>
              <a:rPr lang="en-US" b="1">
                <a:solidFill>
                  <a:srgbClr val="3F3F3F"/>
                </a:solidFill>
              </a:rPr>
              <a:t>inform care teams on why a patient is flagged</a:t>
            </a:r>
            <a:endParaRPr b="1">
              <a:solidFill>
                <a:srgbClr val="3F3F3F"/>
              </a:solidFill>
            </a:endParaRPr>
          </a:p>
          <a:p>
            <a:pPr marL="0" marR="0" lvl="0" indent="0" algn="l" rtl="0">
              <a:spcBef>
                <a:spcPts val="0"/>
              </a:spcBef>
              <a:spcAft>
                <a:spcPts val="0"/>
              </a:spcAft>
              <a:buNone/>
            </a:pPr>
            <a:endParaRPr>
              <a:solidFill>
                <a:srgbClr val="3F3F3F"/>
              </a:solidFill>
            </a:endParaRPr>
          </a:p>
          <a:p>
            <a:pPr marL="457200" marR="0" lvl="0" indent="-317500" algn="l" rtl="0">
              <a:spcBef>
                <a:spcPts val="0"/>
              </a:spcBef>
              <a:spcAft>
                <a:spcPts val="0"/>
              </a:spcAft>
              <a:buClr>
                <a:srgbClr val="3F3F3F"/>
              </a:buClr>
              <a:buSzPts val="1400"/>
              <a:buChar char="●"/>
            </a:pPr>
            <a:r>
              <a:rPr lang="en-US" b="1">
                <a:solidFill>
                  <a:srgbClr val="3F3F3F"/>
                </a:solidFill>
              </a:rPr>
              <a:t>Evaluated on F1 and AUC-ROC</a:t>
            </a:r>
            <a:r>
              <a:rPr lang="en-US">
                <a:solidFill>
                  <a:srgbClr val="3F3F3F"/>
                </a:solidFill>
              </a:rPr>
              <a:t> to ensure robustness to class imbalance, with precision/recall tracked closely since missed at-risk patients carry a higher cost</a:t>
            </a:r>
            <a:endParaRPr>
              <a:solidFill>
                <a:srgbClr val="3F3F3F"/>
              </a:solidFill>
            </a:endParaRPr>
          </a:p>
          <a:p>
            <a:pPr marL="457200" marR="0" lvl="0" indent="0" algn="l" rtl="0">
              <a:spcBef>
                <a:spcPts val="0"/>
              </a:spcBef>
              <a:spcAft>
                <a:spcPts val="0"/>
              </a:spcAft>
              <a:buNone/>
            </a:pPr>
            <a:endParaRPr b="1">
              <a:solidFill>
                <a:srgbClr val="3F3F3F"/>
              </a:solidFill>
            </a:endParaRPr>
          </a:p>
          <a:p>
            <a:pPr marL="457200" marR="0" lvl="0" indent="-317500" algn="l" rtl="0">
              <a:spcBef>
                <a:spcPts val="0"/>
              </a:spcBef>
              <a:spcAft>
                <a:spcPts val="0"/>
              </a:spcAft>
              <a:buClr>
                <a:srgbClr val="3F3F3F"/>
              </a:buClr>
              <a:buSzPts val="1400"/>
              <a:buChar char="●"/>
            </a:pPr>
            <a:r>
              <a:rPr lang="en-US" b="1">
                <a:solidFill>
                  <a:srgbClr val="3F3F3F"/>
                </a:solidFill>
              </a:rPr>
              <a:t>Goal:</a:t>
            </a:r>
            <a:r>
              <a:rPr lang="en-US">
                <a:solidFill>
                  <a:srgbClr val="3F3F3F"/>
                </a:solidFill>
              </a:rPr>
              <a:t> give hospitals a proactive signal during the stay, when there's still time to act</a:t>
            </a:r>
            <a:endParaRPr>
              <a:solidFill>
                <a:srgbClr val="3F3F3F"/>
              </a:solidFill>
            </a:endParaRPr>
          </a:p>
        </p:txBody>
      </p:sp>
      <p:sp>
        <p:nvSpPr>
          <p:cNvPr id="213" name="Google Shape;213;g3f723ec14bb_0_36"/>
          <p:cNvSpPr txBox="1"/>
          <p:nvPr/>
        </p:nvSpPr>
        <p:spPr>
          <a:xfrm>
            <a:off x="7223153" y="1936090"/>
            <a:ext cx="4124700" cy="3387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a:solidFill>
                  <a:srgbClr val="3F3F3F"/>
                </a:solidFill>
              </a:rPr>
              <a:t>Proposal</a:t>
            </a:r>
            <a:endParaRPr sz="1600" b="1">
              <a:solidFill>
                <a:srgbClr val="3F3F3F"/>
              </a:solidFill>
              <a:latin typeface="Arial"/>
              <a:ea typeface="Arial"/>
              <a:cs typeface="Arial"/>
              <a:sym typeface="Arial"/>
            </a:endParaRPr>
          </a:p>
        </p:txBody>
      </p:sp>
      <p:sp>
        <p:nvSpPr>
          <p:cNvPr id="214" name="Google Shape;214;g3f723ec14bb_0_36"/>
          <p:cNvSpPr txBox="1"/>
          <p:nvPr/>
        </p:nvSpPr>
        <p:spPr>
          <a:xfrm>
            <a:off x="6449207" y="1782211"/>
            <a:ext cx="774000" cy="646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a:solidFill>
                  <a:schemeClr val="accent2"/>
                </a:solidFill>
                <a:latin typeface="Arial"/>
                <a:ea typeface="Arial"/>
                <a:cs typeface="Arial"/>
                <a:sym typeface="Arial"/>
              </a:rPr>
              <a:t>02</a:t>
            </a:r>
            <a:endParaRPr sz="3600" b="1">
              <a:solidFill>
                <a:schemeClr val="accent2"/>
              </a:solidFill>
              <a:latin typeface="Arial"/>
              <a:ea typeface="Arial"/>
              <a:cs typeface="Arial"/>
              <a:sym typeface="Arial"/>
            </a:endParaRPr>
          </a:p>
        </p:txBody>
      </p:sp>
      <p:grpSp>
        <p:nvGrpSpPr>
          <p:cNvPr id="215" name="Google Shape;215;g3f723ec14bb_0_36"/>
          <p:cNvGrpSpPr/>
          <p:nvPr/>
        </p:nvGrpSpPr>
        <p:grpSpPr>
          <a:xfrm>
            <a:off x="9132563" y="1719373"/>
            <a:ext cx="861943" cy="959457"/>
            <a:chOff x="227903" y="4409780"/>
            <a:chExt cx="2199394" cy="2448219"/>
          </a:xfrm>
        </p:grpSpPr>
        <p:grpSp>
          <p:nvGrpSpPr>
            <p:cNvPr id="216" name="Google Shape;216;g3f723ec14bb_0_36"/>
            <p:cNvGrpSpPr/>
            <p:nvPr/>
          </p:nvGrpSpPr>
          <p:grpSpPr>
            <a:xfrm>
              <a:off x="227903" y="4409780"/>
              <a:ext cx="2199394" cy="2448219"/>
              <a:chOff x="227903" y="4409780"/>
              <a:chExt cx="2199394" cy="2448219"/>
            </a:xfrm>
          </p:grpSpPr>
          <p:sp>
            <p:nvSpPr>
              <p:cNvPr id="217" name="Google Shape;217;g3f723ec14bb_0_36"/>
              <p:cNvSpPr/>
              <p:nvPr/>
            </p:nvSpPr>
            <p:spPr>
              <a:xfrm>
                <a:off x="227903" y="4409780"/>
                <a:ext cx="2199394" cy="2448219"/>
              </a:xfrm>
              <a:custGeom>
                <a:avLst/>
                <a:gdLst/>
                <a:ahLst/>
                <a:cxnLst/>
                <a:rect l="l" t="t" r="r" b="b"/>
                <a:pathLst>
                  <a:path w="2199394" h="2448219" extrusionOk="0">
                    <a:moveTo>
                      <a:pt x="2157819" y="406296"/>
                    </a:moveTo>
                    <a:cubicBezTo>
                      <a:pt x="2133285" y="340349"/>
                      <a:pt x="2098658" y="280144"/>
                      <a:pt x="2053070" y="226378"/>
                    </a:cubicBezTo>
                    <a:cubicBezTo>
                      <a:pt x="2051852" y="224812"/>
                      <a:pt x="2050808" y="223072"/>
                      <a:pt x="2049590" y="221506"/>
                    </a:cubicBezTo>
                    <a:cubicBezTo>
                      <a:pt x="2042456" y="213675"/>
                      <a:pt x="2035321" y="205845"/>
                      <a:pt x="2028013" y="198189"/>
                    </a:cubicBezTo>
                    <a:cubicBezTo>
                      <a:pt x="1980685" y="148250"/>
                      <a:pt x="1925352" y="109100"/>
                      <a:pt x="1863755" y="78823"/>
                    </a:cubicBezTo>
                    <a:cubicBezTo>
                      <a:pt x="1833826" y="64207"/>
                      <a:pt x="1802680" y="52897"/>
                      <a:pt x="1770315" y="44719"/>
                    </a:cubicBezTo>
                    <a:cubicBezTo>
                      <a:pt x="1755873" y="41065"/>
                      <a:pt x="1741257" y="37063"/>
                      <a:pt x="1726466" y="35323"/>
                    </a:cubicBezTo>
                    <a:cubicBezTo>
                      <a:pt x="1712894" y="33757"/>
                      <a:pt x="1699670" y="33409"/>
                      <a:pt x="1691318" y="20184"/>
                    </a:cubicBezTo>
                    <a:cubicBezTo>
                      <a:pt x="1688708" y="16008"/>
                      <a:pt x="1669742" y="0"/>
                      <a:pt x="1661737" y="0"/>
                    </a:cubicBezTo>
                    <a:cubicBezTo>
                      <a:pt x="1651123" y="174"/>
                      <a:pt x="1426660" y="1566"/>
                      <a:pt x="1425790" y="2262"/>
                    </a:cubicBezTo>
                    <a:cubicBezTo>
                      <a:pt x="1413957" y="12006"/>
                      <a:pt x="1404213" y="23316"/>
                      <a:pt x="1395861" y="36193"/>
                    </a:cubicBezTo>
                    <a:cubicBezTo>
                      <a:pt x="1393251" y="41587"/>
                      <a:pt x="1392903" y="47329"/>
                      <a:pt x="1392903" y="53071"/>
                    </a:cubicBezTo>
                    <a:cubicBezTo>
                      <a:pt x="1392729" y="84565"/>
                      <a:pt x="1392381" y="116060"/>
                      <a:pt x="1392555" y="147554"/>
                    </a:cubicBezTo>
                    <a:cubicBezTo>
                      <a:pt x="1392729" y="188271"/>
                      <a:pt x="1389249" y="176265"/>
                      <a:pt x="1414306" y="205845"/>
                    </a:cubicBezTo>
                    <a:cubicBezTo>
                      <a:pt x="1420918" y="213675"/>
                      <a:pt x="1428574" y="218373"/>
                      <a:pt x="1438840" y="217851"/>
                    </a:cubicBezTo>
                    <a:cubicBezTo>
                      <a:pt x="1444582" y="217677"/>
                      <a:pt x="1450324" y="217503"/>
                      <a:pt x="1456240" y="217503"/>
                    </a:cubicBezTo>
                    <a:cubicBezTo>
                      <a:pt x="1522013" y="217329"/>
                      <a:pt x="1587786" y="216981"/>
                      <a:pt x="1653559" y="217155"/>
                    </a:cubicBezTo>
                    <a:cubicBezTo>
                      <a:pt x="1664870" y="217155"/>
                      <a:pt x="1673396" y="212805"/>
                      <a:pt x="1679486" y="204105"/>
                    </a:cubicBezTo>
                    <a:cubicBezTo>
                      <a:pt x="1688360" y="191229"/>
                      <a:pt x="1698800" y="187923"/>
                      <a:pt x="1714112" y="192273"/>
                    </a:cubicBezTo>
                    <a:cubicBezTo>
                      <a:pt x="1731861" y="197319"/>
                      <a:pt x="1750131" y="200799"/>
                      <a:pt x="1767531" y="207063"/>
                    </a:cubicBezTo>
                    <a:cubicBezTo>
                      <a:pt x="1800070" y="218896"/>
                      <a:pt x="1869845" y="262744"/>
                      <a:pt x="1872281" y="264658"/>
                    </a:cubicBezTo>
                    <a:cubicBezTo>
                      <a:pt x="1901165" y="286583"/>
                      <a:pt x="1926048" y="312683"/>
                      <a:pt x="1948668" y="340871"/>
                    </a:cubicBezTo>
                    <a:cubicBezTo>
                      <a:pt x="1964850" y="361056"/>
                      <a:pt x="1979118" y="382284"/>
                      <a:pt x="1991821" y="404730"/>
                    </a:cubicBezTo>
                    <a:cubicBezTo>
                      <a:pt x="2031493" y="474854"/>
                      <a:pt x="2049937" y="550719"/>
                      <a:pt x="2051504" y="630760"/>
                    </a:cubicBezTo>
                    <a:cubicBezTo>
                      <a:pt x="2052548" y="680525"/>
                      <a:pt x="2049937" y="730116"/>
                      <a:pt x="2046806" y="779706"/>
                    </a:cubicBezTo>
                    <a:cubicBezTo>
                      <a:pt x="2044369" y="816943"/>
                      <a:pt x="2040889" y="854180"/>
                      <a:pt x="2036017" y="891242"/>
                    </a:cubicBezTo>
                    <a:cubicBezTo>
                      <a:pt x="2029753" y="940659"/>
                      <a:pt x="2020357" y="989380"/>
                      <a:pt x="2006785" y="1037231"/>
                    </a:cubicBezTo>
                    <a:cubicBezTo>
                      <a:pt x="1996345" y="1074293"/>
                      <a:pt x="1984339" y="1111008"/>
                      <a:pt x="1969896" y="1146678"/>
                    </a:cubicBezTo>
                    <a:cubicBezTo>
                      <a:pt x="1951452" y="1192093"/>
                      <a:pt x="1929354" y="1235768"/>
                      <a:pt x="1901687" y="1276136"/>
                    </a:cubicBezTo>
                    <a:cubicBezTo>
                      <a:pt x="1884635" y="1301193"/>
                      <a:pt x="1864625" y="1324161"/>
                      <a:pt x="1843222" y="1345563"/>
                    </a:cubicBezTo>
                    <a:cubicBezTo>
                      <a:pt x="1835392" y="1353394"/>
                      <a:pt x="1828780" y="1362790"/>
                      <a:pt x="1818688" y="1368010"/>
                    </a:cubicBezTo>
                    <a:cubicBezTo>
                      <a:pt x="1811728" y="1377754"/>
                      <a:pt x="1803028" y="1385758"/>
                      <a:pt x="1793283" y="1392544"/>
                    </a:cubicBezTo>
                    <a:cubicBezTo>
                      <a:pt x="1776927" y="1406986"/>
                      <a:pt x="1759527" y="1420211"/>
                      <a:pt x="1741083" y="1431869"/>
                    </a:cubicBezTo>
                    <a:cubicBezTo>
                      <a:pt x="1673570" y="1474152"/>
                      <a:pt x="1600488" y="1504602"/>
                      <a:pt x="1526363" y="1532442"/>
                    </a:cubicBezTo>
                    <a:cubicBezTo>
                      <a:pt x="1437796" y="1565677"/>
                      <a:pt x="1350795" y="1602218"/>
                      <a:pt x="1269709" y="1651460"/>
                    </a:cubicBezTo>
                    <a:cubicBezTo>
                      <a:pt x="1225338" y="1678257"/>
                      <a:pt x="1184622" y="1709229"/>
                      <a:pt x="1153823" y="1751686"/>
                    </a:cubicBezTo>
                    <a:cubicBezTo>
                      <a:pt x="1135379" y="1777090"/>
                      <a:pt x="1120589" y="1804409"/>
                      <a:pt x="1107017" y="1832597"/>
                    </a:cubicBezTo>
                    <a:cubicBezTo>
                      <a:pt x="1104581" y="1839209"/>
                      <a:pt x="1101971" y="1845996"/>
                      <a:pt x="1099361" y="1852956"/>
                    </a:cubicBezTo>
                    <a:cubicBezTo>
                      <a:pt x="1075696" y="1788575"/>
                      <a:pt x="1014273" y="1717581"/>
                      <a:pt x="1009227" y="1712535"/>
                    </a:cubicBezTo>
                    <a:cubicBezTo>
                      <a:pt x="976341" y="1679475"/>
                      <a:pt x="825480" y="1595779"/>
                      <a:pt x="789810" y="1578205"/>
                    </a:cubicBezTo>
                    <a:cubicBezTo>
                      <a:pt x="743873" y="1555759"/>
                      <a:pt x="695500" y="1538533"/>
                      <a:pt x="648345" y="1519044"/>
                    </a:cubicBezTo>
                    <a:cubicBezTo>
                      <a:pt x="585704" y="1493118"/>
                      <a:pt x="523237" y="1466843"/>
                      <a:pt x="465120" y="1431521"/>
                    </a:cubicBezTo>
                    <a:cubicBezTo>
                      <a:pt x="419184" y="1403506"/>
                      <a:pt x="379859" y="1367836"/>
                      <a:pt x="344362" y="1327641"/>
                    </a:cubicBezTo>
                    <a:cubicBezTo>
                      <a:pt x="322786" y="1305717"/>
                      <a:pt x="304516" y="1281182"/>
                      <a:pt x="287986" y="1255256"/>
                    </a:cubicBezTo>
                    <a:cubicBezTo>
                      <a:pt x="247095" y="1191223"/>
                      <a:pt x="219950" y="1121100"/>
                      <a:pt x="198548" y="1048889"/>
                    </a:cubicBezTo>
                    <a:cubicBezTo>
                      <a:pt x="185150" y="1003996"/>
                      <a:pt x="176102" y="958059"/>
                      <a:pt x="169316" y="911601"/>
                    </a:cubicBezTo>
                    <a:cubicBezTo>
                      <a:pt x="157309" y="829123"/>
                      <a:pt x="152611" y="746298"/>
                      <a:pt x="150871" y="662951"/>
                    </a:cubicBezTo>
                    <a:cubicBezTo>
                      <a:pt x="149131" y="581691"/>
                      <a:pt x="161312" y="503564"/>
                      <a:pt x="197678" y="430309"/>
                    </a:cubicBezTo>
                    <a:cubicBezTo>
                      <a:pt x="243789" y="337565"/>
                      <a:pt x="309736" y="263962"/>
                      <a:pt x="405263" y="219766"/>
                    </a:cubicBezTo>
                    <a:cubicBezTo>
                      <a:pt x="433278" y="206889"/>
                      <a:pt x="462858" y="198711"/>
                      <a:pt x="493135" y="193143"/>
                    </a:cubicBezTo>
                    <a:cubicBezTo>
                      <a:pt x="498181" y="192273"/>
                      <a:pt x="502183" y="193143"/>
                      <a:pt x="505315" y="197319"/>
                    </a:cubicBezTo>
                    <a:cubicBezTo>
                      <a:pt x="510883" y="205323"/>
                      <a:pt x="519757" y="209673"/>
                      <a:pt x="527239" y="215067"/>
                    </a:cubicBezTo>
                    <a:cubicBezTo>
                      <a:pt x="532981" y="219244"/>
                      <a:pt x="540116" y="218896"/>
                      <a:pt x="547424" y="218896"/>
                    </a:cubicBezTo>
                    <a:cubicBezTo>
                      <a:pt x="606933" y="218547"/>
                      <a:pt x="737609" y="217329"/>
                      <a:pt x="743177" y="218547"/>
                    </a:cubicBezTo>
                    <a:cubicBezTo>
                      <a:pt x="772061" y="224290"/>
                      <a:pt x="806340" y="176265"/>
                      <a:pt x="806340" y="170697"/>
                    </a:cubicBezTo>
                    <a:cubicBezTo>
                      <a:pt x="806166" y="134156"/>
                      <a:pt x="806166" y="97616"/>
                      <a:pt x="806166" y="61075"/>
                    </a:cubicBezTo>
                    <a:cubicBezTo>
                      <a:pt x="806166" y="54115"/>
                      <a:pt x="803382" y="48373"/>
                      <a:pt x="800772" y="42457"/>
                    </a:cubicBezTo>
                    <a:cubicBezTo>
                      <a:pt x="791376" y="33061"/>
                      <a:pt x="781805" y="23838"/>
                      <a:pt x="772757" y="13920"/>
                    </a:cubicBezTo>
                    <a:cubicBezTo>
                      <a:pt x="764927" y="5220"/>
                      <a:pt x="755879" y="2088"/>
                      <a:pt x="744221" y="2088"/>
                    </a:cubicBezTo>
                    <a:cubicBezTo>
                      <a:pt x="680188" y="2610"/>
                      <a:pt x="616155" y="2610"/>
                      <a:pt x="552122" y="2784"/>
                    </a:cubicBezTo>
                    <a:cubicBezTo>
                      <a:pt x="521323" y="2784"/>
                      <a:pt x="520975" y="2610"/>
                      <a:pt x="499573" y="24882"/>
                    </a:cubicBezTo>
                    <a:cubicBezTo>
                      <a:pt x="492439" y="32191"/>
                      <a:pt x="485131" y="37237"/>
                      <a:pt x="474343" y="37585"/>
                    </a:cubicBezTo>
                    <a:cubicBezTo>
                      <a:pt x="465816" y="37933"/>
                      <a:pt x="457290" y="40195"/>
                      <a:pt x="448764" y="41935"/>
                    </a:cubicBezTo>
                    <a:cubicBezTo>
                      <a:pt x="402479" y="50983"/>
                      <a:pt x="315652" y="96224"/>
                      <a:pt x="311650" y="98312"/>
                    </a:cubicBezTo>
                    <a:cubicBezTo>
                      <a:pt x="238395" y="139376"/>
                      <a:pt x="177668" y="194535"/>
                      <a:pt x="127033" y="261004"/>
                    </a:cubicBezTo>
                    <a:cubicBezTo>
                      <a:pt x="105631" y="289019"/>
                      <a:pt x="41250" y="408733"/>
                      <a:pt x="34985" y="428569"/>
                    </a:cubicBezTo>
                    <a:cubicBezTo>
                      <a:pt x="21065" y="472070"/>
                      <a:pt x="10277" y="516092"/>
                      <a:pt x="5057" y="561855"/>
                    </a:cubicBezTo>
                    <a:cubicBezTo>
                      <a:pt x="1751" y="591609"/>
                      <a:pt x="-163" y="621190"/>
                      <a:pt x="11" y="650770"/>
                    </a:cubicBezTo>
                    <a:cubicBezTo>
                      <a:pt x="185" y="717935"/>
                      <a:pt x="3665" y="784927"/>
                      <a:pt x="10625" y="851918"/>
                    </a:cubicBezTo>
                    <a:cubicBezTo>
                      <a:pt x="16889" y="913341"/>
                      <a:pt x="25415" y="974590"/>
                      <a:pt x="39336" y="1034620"/>
                    </a:cubicBezTo>
                    <a:cubicBezTo>
                      <a:pt x="52734" y="1092215"/>
                      <a:pt x="71178" y="1148592"/>
                      <a:pt x="92754" y="1203751"/>
                    </a:cubicBezTo>
                    <a:cubicBezTo>
                      <a:pt x="146521" y="1340691"/>
                      <a:pt x="234393" y="1451009"/>
                      <a:pt x="352889" y="1537489"/>
                    </a:cubicBezTo>
                    <a:cubicBezTo>
                      <a:pt x="383339" y="1559761"/>
                      <a:pt x="489481" y="1613876"/>
                      <a:pt x="509317" y="1623098"/>
                    </a:cubicBezTo>
                    <a:cubicBezTo>
                      <a:pt x="579092" y="1655810"/>
                      <a:pt x="651477" y="1682085"/>
                      <a:pt x="721600" y="1713405"/>
                    </a:cubicBezTo>
                    <a:cubicBezTo>
                      <a:pt x="767015" y="1733590"/>
                      <a:pt x="861847" y="1783181"/>
                      <a:pt x="863935" y="1786486"/>
                    </a:cubicBezTo>
                    <a:cubicBezTo>
                      <a:pt x="892297" y="1805801"/>
                      <a:pt x="918572" y="1826855"/>
                      <a:pt x="939626" y="1854522"/>
                    </a:cubicBezTo>
                    <a:cubicBezTo>
                      <a:pt x="955460" y="1875402"/>
                      <a:pt x="968162" y="1897674"/>
                      <a:pt x="978254" y="1921687"/>
                    </a:cubicBezTo>
                    <a:cubicBezTo>
                      <a:pt x="994611" y="1961011"/>
                      <a:pt x="999309" y="2002772"/>
                      <a:pt x="1000875" y="2044533"/>
                    </a:cubicBezTo>
                    <a:cubicBezTo>
                      <a:pt x="1002963" y="2096560"/>
                      <a:pt x="998787" y="2148238"/>
                      <a:pt x="984867" y="2198699"/>
                    </a:cubicBezTo>
                    <a:cubicBezTo>
                      <a:pt x="973730" y="2239068"/>
                      <a:pt x="959114" y="2278392"/>
                      <a:pt x="945368" y="2318065"/>
                    </a:cubicBezTo>
                    <a:cubicBezTo>
                      <a:pt x="933710" y="2351822"/>
                      <a:pt x="918224" y="2384360"/>
                      <a:pt x="910741" y="2419683"/>
                    </a:cubicBezTo>
                    <a:cubicBezTo>
                      <a:pt x="907609" y="2434473"/>
                      <a:pt x="915962" y="2445435"/>
                      <a:pt x="931100" y="2446131"/>
                    </a:cubicBezTo>
                    <a:cubicBezTo>
                      <a:pt x="936320" y="2446305"/>
                      <a:pt x="1195932" y="2448045"/>
                      <a:pt x="1252831" y="2448219"/>
                    </a:cubicBezTo>
                    <a:cubicBezTo>
                      <a:pt x="1270405" y="2448219"/>
                      <a:pt x="1275799" y="2441955"/>
                      <a:pt x="1278235" y="2424729"/>
                    </a:cubicBezTo>
                    <a:cubicBezTo>
                      <a:pt x="1281019" y="2404718"/>
                      <a:pt x="1222554" y="2241852"/>
                      <a:pt x="1205850" y="2176079"/>
                    </a:cubicBezTo>
                    <a:cubicBezTo>
                      <a:pt x="1196802" y="2140582"/>
                      <a:pt x="1193844" y="2104390"/>
                      <a:pt x="1192104" y="2068023"/>
                    </a:cubicBezTo>
                    <a:cubicBezTo>
                      <a:pt x="1190190" y="2029916"/>
                      <a:pt x="1191930" y="1992158"/>
                      <a:pt x="1202196" y="1955095"/>
                    </a:cubicBezTo>
                    <a:cubicBezTo>
                      <a:pt x="1211940" y="1920121"/>
                      <a:pt x="1228123" y="1888278"/>
                      <a:pt x="1249699" y="1859046"/>
                    </a:cubicBezTo>
                    <a:cubicBezTo>
                      <a:pt x="1277887" y="1820765"/>
                      <a:pt x="1315472" y="1793273"/>
                      <a:pt x="1355667" y="1769608"/>
                    </a:cubicBezTo>
                    <a:cubicBezTo>
                      <a:pt x="1409433" y="1737940"/>
                      <a:pt x="1467376" y="1715145"/>
                      <a:pt x="1525493" y="1692873"/>
                    </a:cubicBezTo>
                    <a:cubicBezTo>
                      <a:pt x="1604664" y="1662423"/>
                      <a:pt x="1683140" y="1630580"/>
                      <a:pt x="1759179" y="1592821"/>
                    </a:cubicBezTo>
                    <a:cubicBezTo>
                      <a:pt x="1861841" y="1541839"/>
                      <a:pt x="1944840" y="1467887"/>
                      <a:pt x="2013223" y="1377232"/>
                    </a:cubicBezTo>
                    <a:cubicBezTo>
                      <a:pt x="2066120" y="1307283"/>
                      <a:pt x="2101268" y="1227764"/>
                      <a:pt x="2129283" y="1145112"/>
                    </a:cubicBezTo>
                    <a:cubicBezTo>
                      <a:pt x="2140941" y="1110834"/>
                      <a:pt x="2151555" y="1076381"/>
                      <a:pt x="2159385" y="1041059"/>
                    </a:cubicBezTo>
                    <a:cubicBezTo>
                      <a:pt x="2168434" y="999820"/>
                      <a:pt x="2175568" y="958233"/>
                      <a:pt x="2181832" y="916473"/>
                    </a:cubicBezTo>
                    <a:cubicBezTo>
                      <a:pt x="2194882" y="829819"/>
                      <a:pt x="2199058" y="742644"/>
                      <a:pt x="2200624" y="655120"/>
                    </a:cubicBezTo>
                    <a:cubicBezTo>
                      <a:pt x="2201668" y="569685"/>
                      <a:pt x="2187748" y="486686"/>
                      <a:pt x="2157819" y="406296"/>
                    </a:cubicBezTo>
                    <a:close/>
                    <a:moveTo>
                      <a:pt x="423186" y="1439873"/>
                    </a:moveTo>
                    <a:cubicBezTo>
                      <a:pt x="423186" y="1439873"/>
                      <a:pt x="423186" y="1439873"/>
                      <a:pt x="423186" y="1439873"/>
                    </a:cubicBezTo>
                    <a:cubicBezTo>
                      <a:pt x="422838" y="1440221"/>
                      <a:pt x="422664" y="1440569"/>
                      <a:pt x="422316" y="1440917"/>
                    </a:cubicBezTo>
                    <a:cubicBezTo>
                      <a:pt x="422490" y="1440569"/>
                      <a:pt x="422838" y="1440395"/>
                      <a:pt x="423186" y="1439873"/>
                    </a:cubicBezTo>
                    <a:close/>
                    <a:moveTo>
                      <a:pt x="902215" y="1670253"/>
                    </a:moveTo>
                    <a:cubicBezTo>
                      <a:pt x="902389" y="1670079"/>
                      <a:pt x="902563" y="1669731"/>
                      <a:pt x="902737" y="1669557"/>
                    </a:cubicBezTo>
                    <a:cubicBezTo>
                      <a:pt x="902563" y="1669905"/>
                      <a:pt x="902389" y="1670079"/>
                      <a:pt x="902215" y="1670253"/>
                    </a:cubicBezTo>
                    <a:cubicBezTo>
                      <a:pt x="902563" y="1670427"/>
                      <a:pt x="902737" y="1670775"/>
                      <a:pt x="903085" y="1670949"/>
                    </a:cubicBezTo>
                    <a:cubicBezTo>
                      <a:pt x="902737" y="1670775"/>
                      <a:pt x="902389" y="1670601"/>
                      <a:pt x="902215" y="1670253"/>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18" name="Google Shape;218;g3f723ec14bb_0_36"/>
              <p:cNvSpPr/>
              <p:nvPr/>
            </p:nvSpPr>
            <p:spPr>
              <a:xfrm>
                <a:off x="535377" y="4508788"/>
                <a:ext cx="1740" cy="1740"/>
              </a:xfrm>
              <a:custGeom>
                <a:avLst/>
                <a:gdLst/>
                <a:ahLst/>
                <a:cxnLst/>
                <a:rect l="l" t="t" r="r" b="b"/>
                <a:pathLst>
                  <a:path w="1740" h="1740" extrusionOk="0">
                    <a:moveTo>
                      <a:pt x="1218" y="2436"/>
                    </a:moveTo>
                    <a:cubicBezTo>
                      <a:pt x="2784" y="2088"/>
                      <a:pt x="2610" y="1044"/>
                      <a:pt x="1914" y="0"/>
                    </a:cubicBezTo>
                    <a:cubicBezTo>
                      <a:pt x="1218" y="174"/>
                      <a:pt x="696" y="348"/>
                      <a:pt x="0" y="522"/>
                    </a:cubicBezTo>
                    <a:cubicBezTo>
                      <a:pt x="348" y="1218"/>
                      <a:pt x="870" y="2436"/>
                      <a:pt x="1218" y="2436"/>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19" name="Google Shape;219;g3f723ec14bb_0_36"/>
              <p:cNvSpPr/>
              <p:nvPr/>
            </p:nvSpPr>
            <p:spPr>
              <a:xfrm>
                <a:off x="649871" y="5777790"/>
                <a:ext cx="1740" cy="1800"/>
              </a:xfrm>
              <a:custGeom>
                <a:avLst/>
                <a:gdLst/>
                <a:ahLst/>
                <a:cxnLst/>
                <a:rect l="l" t="t" r="r" b="b"/>
                <a:pathLst>
                  <a:path w="1740" h="120000" extrusionOk="0">
                    <a:moveTo>
                      <a:pt x="2262" y="12000"/>
                    </a:moveTo>
                    <a:cubicBezTo>
                      <a:pt x="1566" y="12000"/>
                      <a:pt x="870" y="0"/>
                      <a:pt x="0" y="0"/>
                    </a:cubicBezTo>
                    <a:cubicBezTo>
                      <a:pt x="870" y="48000"/>
                      <a:pt x="1392" y="96000"/>
                      <a:pt x="2262" y="12000"/>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20" name="Google Shape;220;g3f723ec14bb_0_36"/>
              <p:cNvSpPr/>
              <p:nvPr/>
            </p:nvSpPr>
            <p:spPr>
              <a:xfrm>
                <a:off x="616462" y="5787534"/>
                <a:ext cx="1800" cy="1800"/>
              </a:xfrm>
              <a:custGeom>
                <a:avLst/>
                <a:gdLst/>
                <a:ahLst/>
                <a:cxnLst/>
                <a:rect l="l" t="t" r="r" b="b"/>
                <a:pathLst>
                  <a:path w="120000" h="120000" extrusionOk="0">
                    <a:moveTo>
                      <a:pt x="0" y="0"/>
                    </a:moveTo>
                    <a:cubicBezTo>
                      <a:pt x="12000" y="12000"/>
                      <a:pt x="36000" y="24000"/>
                      <a:pt x="48000" y="36000"/>
                    </a:cubicBezTo>
                    <a:lnTo>
                      <a:pt x="60000" y="24000"/>
                    </a:lnTo>
                    <a:cubicBezTo>
                      <a:pt x="36000" y="12000"/>
                      <a:pt x="12000" y="12000"/>
                      <a:pt x="0" y="0"/>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21" name="Google Shape;221;g3f723ec14bb_0_36"/>
              <p:cNvSpPr/>
              <p:nvPr/>
            </p:nvSpPr>
            <p:spPr>
              <a:xfrm>
                <a:off x="2089048" y="4677048"/>
                <a:ext cx="1800" cy="1800"/>
              </a:xfrm>
              <a:custGeom>
                <a:avLst/>
                <a:gdLst/>
                <a:ahLst/>
                <a:cxnLst/>
                <a:rect l="l" t="t" r="r" b="b"/>
                <a:pathLst>
                  <a:path w="120000" h="120000" extrusionOk="0">
                    <a:moveTo>
                      <a:pt x="0" y="96000"/>
                    </a:moveTo>
                    <a:cubicBezTo>
                      <a:pt x="0" y="60000"/>
                      <a:pt x="0" y="24000"/>
                      <a:pt x="12000" y="0"/>
                    </a:cubicBezTo>
                    <a:cubicBezTo>
                      <a:pt x="12000" y="0"/>
                      <a:pt x="12000" y="0"/>
                      <a:pt x="12000" y="0"/>
                    </a:cubicBezTo>
                    <a:cubicBezTo>
                      <a:pt x="12000" y="24000"/>
                      <a:pt x="0" y="60000"/>
                      <a:pt x="0" y="96000"/>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22" name="Google Shape;222;g3f723ec14bb_0_36"/>
              <p:cNvSpPr/>
              <p:nvPr/>
            </p:nvSpPr>
            <p:spPr>
              <a:xfrm>
                <a:off x="617158" y="5787882"/>
                <a:ext cx="1800" cy="1800"/>
              </a:xfrm>
              <a:custGeom>
                <a:avLst/>
                <a:gdLst/>
                <a:ahLst/>
                <a:cxnLst/>
                <a:rect l="l" t="t" r="r" b="b"/>
                <a:pathLst>
                  <a:path w="120000" h="120000" extrusionOk="0">
                    <a:moveTo>
                      <a:pt x="0" y="0"/>
                    </a:moveTo>
                    <a:cubicBezTo>
                      <a:pt x="0" y="0"/>
                      <a:pt x="0" y="0"/>
                      <a:pt x="0" y="0"/>
                    </a:cubicBezTo>
                    <a:cubicBezTo>
                      <a:pt x="0" y="12000"/>
                      <a:pt x="0" y="12000"/>
                      <a:pt x="0" y="12000"/>
                    </a:cubicBezTo>
                    <a:cubicBezTo>
                      <a:pt x="12000" y="12000"/>
                      <a:pt x="0" y="0"/>
                      <a:pt x="0" y="0"/>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23" name="Google Shape;223;g3f723ec14bb_0_36"/>
              <p:cNvSpPr/>
              <p:nvPr/>
            </p:nvSpPr>
            <p:spPr>
              <a:xfrm>
                <a:off x="617332" y="5788056"/>
                <a:ext cx="1800" cy="1800"/>
              </a:xfrm>
              <a:custGeom>
                <a:avLst/>
                <a:gdLst/>
                <a:ahLst/>
                <a:cxnLst/>
                <a:rect l="l" t="t" r="r" b="b"/>
                <a:pathLst>
                  <a:path w="120000" h="120000" extrusionOk="0">
                    <a:moveTo>
                      <a:pt x="36000" y="36000"/>
                    </a:moveTo>
                    <a:cubicBezTo>
                      <a:pt x="24000" y="24000"/>
                      <a:pt x="12000" y="12000"/>
                      <a:pt x="0" y="0"/>
                    </a:cubicBezTo>
                    <a:cubicBezTo>
                      <a:pt x="0" y="12000"/>
                      <a:pt x="0" y="12000"/>
                      <a:pt x="12000" y="24000"/>
                    </a:cubicBezTo>
                    <a:cubicBezTo>
                      <a:pt x="12000" y="36000"/>
                      <a:pt x="24000" y="36000"/>
                      <a:pt x="36000" y="36000"/>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224" name="Google Shape;224;g3f723ec14bb_0_36"/>
            <p:cNvGrpSpPr/>
            <p:nvPr/>
          </p:nvGrpSpPr>
          <p:grpSpPr>
            <a:xfrm>
              <a:off x="627547" y="4678133"/>
              <a:ext cx="1393762" cy="1103177"/>
              <a:chOff x="627547" y="4678133"/>
              <a:chExt cx="1393762" cy="1103177"/>
            </a:xfrm>
          </p:grpSpPr>
          <p:sp>
            <p:nvSpPr>
              <p:cNvPr id="225" name="Google Shape;225;g3f723ec14bb_0_36"/>
              <p:cNvSpPr/>
              <p:nvPr/>
            </p:nvSpPr>
            <p:spPr>
              <a:xfrm>
                <a:off x="627547" y="4678133"/>
                <a:ext cx="1393762" cy="1103177"/>
              </a:xfrm>
              <a:custGeom>
                <a:avLst/>
                <a:gdLst/>
                <a:ahLst/>
                <a:cxnLst/>
                <a:rect l="l" t="t" r="r" b="b"/>
                <a:pathLst>
                  <a:path w="1393762" h="1103177" extrusionOk="0">
                    <a:moveTo>
                      <a:pt x="1394161" y="439838"/>
                    </a:moveTo>
                    <a:cubicBezTo>
                      <a:pt x="1393639" y="405908"/>
                      <a:pt x="1384939" y="374065"/>
                      <a:pt x="1367539" y="344833"/>
                    </a:cubicBezTo>
                    <a:cubicBezTo>
                      <a:pt x="1360927" y="335785"/>
                      <a:pt x="1353444" y="327259"/>
                      <a:pt x="1344918" y="319951"/>
                    </a:cubicBezTo>
                    <a:cubicBezTo>
                      <a:pt x="1320210" y="298722"/>
                      <a:pt x="1290629" y="286890"/>
                      <a:pt x="1260005" y="279060"/>
                    </a:cubicBezTo>
                    <a:cubicBezTo>
                      <a:pt x="1222420" y="269490"/>
                      <a:pt x="1066862" y="265836"/>
                      <a:pt x="1066862" y="265836"/>
                    </a:cubicBezTo>
                    <a:cubicBezTo>
                      <a:pt x="1066862" y="265836"/>
                      <a:pt x="1066862" y="265836"/>
                      <a:pt x="1066862" y="265836"/>
                    </a:cubicBezTo>
                    <a:cubicBezTo>
                      <a:pt x="1066862" y="265836"/>
                      <a:pt x="1066862" y="265836"/>
                      <a:pt x="1066862" y="265836"/>
                    </a:cubicBezTo>
                    <a:lnTo>
                      <a:pt x="1066862" y="265836"/>
                    </a:lnTo>
                    <a:cubicBezTo>
                      <a:pt x="1066862" y="265836"/>
                      <a:pt x="1066862" y="265836"/>
                      <a:pt x="1066862" y="265836"/>
                    </a:cubicBezTo>
                    <a:cubicBezTo>
                      <a:pt x="1060076" y="266184"/>
                      <a:pt x="1053116" y="266706"/>
                      <a:pt x="1046330" y="267054"/>
                    </a:cubicBezTo>
                    <a:cubicBezTo>
                      <a:pt x="1041632" y="270882"/>
                      <a:pt x="1042154" y="266706"/>
                      <a:pt x="1041979" y="264096"/>
                    </a:cubicBezTo>
                    <a:cubicBezTo>
                      <a:pt x="1041457" y="253133"/>
                      <a:pt x="1041109" y="242171"/>
                      <a:pt x="1040762" y="231209"/>
                    </a:cubicBezTo>
                    <a:cubicBezTo>
                      <a:pt x="1038847" y="183532"/>
                      <a:pt x="1035193" y="136204"/>
                      <a:pt x="1021447" y="90267"/>
                    </a:cubicBezTo>
                    <a:cubicBezTo>
                      <a:pt x="1018489" y="80697"/>
                      <a:pt x="1014487" y="71301"/>
                      <a:pt x="1011007" y="61904"/>
                    </a:cubicBezTo>
                    <a:cubicBezTo>
                      <a:pt x="989257" y="23798"/>
                      <a:pt x="955848" y="4309"/>
                      <a:pt x="912695" y="1351"/>
                    </a:cubicBezTo>
                    <a:cubicBezTo>
                      <a:pt x="875459" y="-1085"/>
                      <a:pt x="838048" y="481"/>
                      <a:pt x="800638" y="655"/>
                    </a:cubicBezTo>
                    <a:cubicBezTo>
                      <a:pt x="700934" y="1177"/>
                      <a:pt x="601230" y="1177"/>
                      <a:pt x="501527" y="1177"/>
                    </a:cubicBezTo>
                    <a:cubicBezTo>
                      <a:pt x="474382" y="1177"/>
                      <a:pt x="448630" y="5876"/>
                      <a:pt x="424792" y="19100"/>
                    </a:cubicBezTo>
                    <a:cubicBezTo>
                      <a:pt x="409479" y="27104"/>
                      <a:pt x="397473" y="38588"/>
                      <a:pt x="388773" y="53552"/>
                    </a:cubicBezTo>
                    <a:cubicBezTo>
                      <a:pt x="376419" y="74433"/>
                      <a:pt x="369981" y="97575"/>
                      <a:pt x="365283" y="121065"/>
                    </a:cubicBezTo>
                    <a:cubicBezTo>
                      <a:pt x="356235" y="167002"/>
                      <a:pt x="352929" y="213461"/>
                      <a:pt x="353103" y="260094"/>
                    </a:cubicBezTo>
                    <a:cubicBezTo>
                      <a:pt x="353103" y="266358"/>
                      <a:pt x="352059" y="269838"/>
                      <a:pt x="344750" y="269142"/>
                    </a:cubicBezTo>
                    <a:cubicBezTo>
                      <a:pt x="306296" y="264966"/>
                      <a:pt x="267667" y="266532"/>
                      <a:pt x="229213" y="267402"/>
                    </a:cubicBezTo>
                    <a:cubicBezTo>
                      <a:pt x="185016" y="268272"/>
                      <a:pt x="141515" y="274188"/>
                      <a:pt x="99928" y="290544"/>
                    </a:cubicBezTo>
                    <a:cubicBezTo>
                      <a:pt x="72784" y="301158"/>
                      <a:pt x="48598" y="316122"/>
                      <a:pt x="31023" y="339961"/>
                    </a:cubicBezTo>
                    <a:cubicBezTo>
                      <a:pt x="7533" y="371977"/>
                      <a:pt x="399" y="409040"/>
                      <a:pt x="51" y="447495"/>
                    </a:cubicBezTo>
                    <a:cubicBezTo>
                      <a:pt x="-471" y="498825"/>
                      <a:pt x="3183" y="1026402"/>
                      <a:pt x="3705" y="1078081"/>
                    </a:cubicBezTo>
                    <a:cubicBezTo>
                      <a:pt x="3879" y="1090957"/>
                      <a:pt x="9969" y="1097743"/>
                      <a:pt x="22497" y="1099831"/>
                    </a:cubicBezTo>
                    <a:cubicBezTo>
                      <a:pt x="23193" y="1099831"/>
                      <a:pt x="1321950" y="1103659"/>
                      <a:pt x="1366843" y="1103659"/>
                    </a:cubicBezTo>
                    <a:cubicBezTo>
                      <a:pt x="1383373" y="1103659"/>
                      <a:pt x="1390681" y="1096525"/>
                      <a:pt x="1390855" y="1079995"/>
                    </a:cubicBezTo>
                    <a:cubicBezTo>
                      <a:pt x="1391377" y="982031"/>
                      <a:pt x="1394509" y="465069"/>
                      <a:pt x="1394161" y="439838"/>
                    </a:cubicBezTo>
                    <a:close/>
                    <a:moveTo>
                      <a:pt x="482561" y="164740"/>
                    </a:moveTo>
                    <a:cubicBezTo>
                      <a:pt x="482561" y="143686"/>
                      <a:pt x="488303" y="138118"/>
                      <a:pt x="509531" y="138118"/>
                    </a:cubicBezTo>
                    <a:cubicBezTo>
                      <a:pt x="629245" y="137944"/>
                      <a:pt x="887813" y="137074"/>
                      <a:pt x="897383" y="137596"/>
                    </a:cubicBezTo>
                    <a:cubicBezTo>
                      <a:pt x="910955" y="138466"/>
                      <a:pt x="917742" y="144904"/>
                      <a:pt x="917915" y="158476"/>
                    </a:cubicBezTo>
                    <a:cubicBezTo>
                      <a:pt x="918437" y="194495"/>
                      <a:pt x="918264" y="230339"/>
                      <a:pt x="918090" y="266358"/>
                    </a:cubicBezTo>
                    <a:cubicBezTo>
                      <a:pt x="918090" y="267054"/>
                      <a:pt x="917394" y="267750"/>
                      <a:pt x="916872" y="268446"/>
                    </a:cubicBezTo>
                    <a:cubicBezTo>
                      <a:pt x="911999" y="271230"/>
                      <a:pt x="906953" y="269490"/>
                      <a:pt x="901907" y="269490"/>
                    </a:cubicBezTo>
                    <a:cubicBezTo>
                      <a:pt x="778887" y="269490"/>
                      <a:pt x="508313" y="269664"/>
                      <a:pt x="507791" y="269664"/>
                    </a:cubicBezTo>
                    <a:cubicBezTo>
                      <a:pt x="482213" y="270882"/>
                      <a:pt x="482213" y="270882"/>
                      <a:pt x="482387" y="245651"/>
                    </a:cubicBezTo>
                    <a:cubicBezTo>
                      <a:pt x="482561" y="218681"/>
                      <a:pt x="482561" y="191710"/>
                      <a:pt x="482561" y="164740"/>
                    </a:cubicBezTo>
                    <a:close/>
                    <a:moveTo>
                      <a:pt x="865367" y="958715"/>
                    </a:moveTo>
                    <a:cubicBezTo>
                      <a:pt x="865715" y="958715"/>
                      <a:pt x="865889" y="958715"/>
                      <a:pt x="866237" y="958715"/>
                    </a:cubicBezTo>
                    <a:cubicBezTo>
                      <a:pt x="865889" y="958715"/>
                      <a:pt x="865541" y="958715"/>
                      <a:pt x="865367" y="958715"/>
                    </a:cubicBezTo>
                    <a:close/>
                    <a:moveTo>
                      <a:pt x="1261223" y="951929"/>
                    </a:moveTo>
                    <a:cubicBezTo>
                      <a:pt x="1261223" y="957149"/>
                      <a:pt x="1259831" y="958889"/>
                      <a:pt x="1254263" y="958889"/>
                    </a:cubicBezTo>
                    <a:cubicBezTo>
                      <a:pt x="1174918" y="958715"/>
                      <a:pt x="208332" y="956975"/>
                      <a:pt x="148823" y="956975"/>
                    </a:cubicBezTo>
                    <a:cubicBezTo>
                      <a:pt x="141167" y="956975"/>
                      <a:pt x="139253" y="954887"/>
                      <a:pt x="139253" y="947230"/>
                    </a:cubicBezTo>
                    <a:cubicBezTo>
                      <a:pt x="139253" y="881109"/>
                      <a:pt x="136643" y="464547"/>
                      <a:pt x="137513" y="449931"/>
                    </a:cubicBezTo>
                    <a:cubicBezTo>
                      <a:pt x="139253" y="424700"/>
                      <a:pt x="157175" y="408518"/>
                      <a:pt x="182232" y="408518"/>
                    </a:cubicBezTo>
                    <a:cubicBezTo>
                      <a:pt x="247135" y="408518"/>
                      <a:pt x="937578" y="410084"/>
                      <a:pt x="1209370" y="410084"/>
                    </a:cubicBezTo>
                    <a:cubicBezTo>
                      <a:pt x="1212676" y="410084"/>
                      <a:pt x="1241735" y="411998"/>
                      <a:pt x="1249565" y="421568"/>
                    </a:cubicBezTo>
                    <a:cubicBezTo>
                      <a:pt x="1260353" y="430790"/>
                      <a:pt x="1263311" y="443493"/>
                      <a:pt x="1263311" y="456543"/>
                    </a:cubicBezTo>
                    <a:cubicBezTo>
                      <a:pt x="1263137" y="565642"/>
                      <a:pt x="1261397" y="896074"/>
                      <a:pt x="1261223" y="951929"/>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26" name="Google Shape;226;g3f723ec14bb_0_36"/>
              <p:cNvSpPr/>
              <p:nvPr/>
            </p:nvSpPr>
            <p:spPr>
              <a:xfrm>
                <a:off x="1640294" y="4731685"/>
                <a:ext cx="1800" cy="1800"/>
              </a:xfrm>
              <a:custGeom>
                <a:avLst/>
                <a:gdLst/>
                <a:ahLst/>
                <a:cxnLst/>
                <a:rect l="l" t="t" r="r" b="b"/>
                <a:pathLst>
                  <a:path w="120000" h="120000" extrusionOk="0">
                    <a:moveTo>
                      <a:pt x="0" y="0"/>
                    </a:moveTo>
                    <a:cubicBezTo>
                      <a:pt x="0" y="0"/>
                      <a:pt x="0" y="0"/>
                      <a:pt x="0" y="0"/>
                    </a:cubicBezTo>
                    <a:cubicBezTo>
                      <a:pt x="0" y="0"/>
                      <a:pt x="0" y="0"/>
                      <a:pt x="0" y="0"/>
                    </a:cubicBezTo>
                    <a:lnTo>
                      <a:pt x="0" y="0"/>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27" name="Google Shape;227;g3f723ec14bb_0_36"/>
              <p:cNvSpPr/>
              <p:nvPr/>
            </p:nvSpPr>
            <p:spPr>
              <a:xfrm>
                <a:off x="1640294" y="4731685"/>
                <a:ext cx="1800" cy="1800"/>
              </a:xfrm>
              <a:custGeom>
                <a:avLst/>
                <a:gdLst/>
                <a:ahLst/>
                <a:cxnLst/>
                <a:rect l="l" t="t" r="r" b="b"/>
                <a:pathLst>
                  <a:path w="120000" h="120000" extrusionOk="0">
                    <a:moveTo>
                      <a:pt x="0" y="0"/>
                    </a:moveTo>
                    <a:cubicBezTo>
                      <a:pt x="0" y="0"/>
                      <a:pt x="0" y="0"/>
                      <a:pt x="0" y="0"/>
                    </a:cubicBezTo>
                    <a:cubicBezTo>
                      <a:pt x="0" y="12000"/>
                      <a:pt x="0" y="12000"/>
                      <a:pt x="0" y="12000"/>
                    </a:cubicBezTo>
                    <a:cubicBezTo>
                      <a:pt x="12000" y="12000"/>
                      <a:pt x="0" y="0"/>
                      <a:pt x="0" y="0"/>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28" name="Google Shape;228;g3f723ec14bb_0_36"/>
              <p:cNvSpPr/>
              <p:nvPr/>
            </p:nvSpPr>
            <p:spPr>
              <a:xfrm>
                <a:off x="1126986" y="5156252"/>
                <a:ext cx="393246" cy="426306"/>
              </a:xfrm>
              <a:custGeom>
                <a:avLst/>
                <a:gdLst/>
                <a:ahLst/>
                <a:cxnLst/>
                <a:rect l="l" t="t" r="r" b="b"/>
                <a:pathLst>
                  <a:path w="393246" h="426306" extrusionOk="0">
                    <a:moveTo>
                      <a:pt x="369408" y="113798"/>
                    </a:moveTo>
                    <a:cubicBezTo>
                      <a:pt x="350616" y="113450"/>
                      <a:pt x="299285" y="113624"/>
                      <a:pt x="292325" y="112928"/>
                    </a:cubicBezTo>
                    <a:cubicBezTo>
                      <a:pt x="289019" y="111014"/>
                      <a:pt x="290759" y="107708"/>
                      <a:pt x="290759" y="105098"/>
                    </a:cubicBezTo>
                    <a:cubicBezTo>
                      <a:pt x="290585" y="77257"/>
                      <a:pt x="290759" y="49591"/>
                      <a:pt x="290585" y="21750"/>
                    </a:cubicBezTo>
                    <a:cubicBezTo>
                      <a:pt x="290585" y="8700"/>
                      <a:pt x="282406" y="0"/>
                      <a:pt x="269878" y="0"/>
                    </a:cubicBezTo>
                    <a:cubicBezTo>
                      <a:pt x="220984" y="0"/>
                      <a:pt x="172089" y="174"/>
                      <a:pt x="123368" y="174"/>
                    </a:cubicBezTo>
                    <a:cubicBezTo>
                      <a:pt x="112928" y="0"/>
                      <a:pt x="108578" y="3306"/>
                      <a:pt x="104750" y="13920"/>
                    </a:cubicBezTo>
                    <a:cubicBezTo>
                      <a:pt x="105446" y="13920"/>
                      <a:pt x="106142" y="13746"/>
                      <a:pt x="106838" y="13746"/>
                    </a:cubicBezTo>
                    <a:cubicBezTo>
                      <a:pt x="106142" y="13746"/>
                      <a:pt x="105446" y="13920"/>
                      <a:pt x="104750" y="13920"/>
                    </a:cubicBezTo>
                    <a:cubicBezTo>
                      <a:pt x="104576" y="43501"/>
                      <a:pt x="104054" y="72907"/>
                      <a:pt x="104402" y="102488"/>
                    </a:cubicBezTo>
                    <a:cubicBezTo>
                      <a:pt x="104576" y="111014"/>
                      <a:pt x="102836" y="113972"/>
                      <a:pt x="93613" y="113624"/>
                    </a:cubicBezTo>
                    <a:cubicBezTo>
                      <a:pt x="74299" y="112928"/>
                      <a:pt x="54811" y="113624"/>
                      <a:pt x="35497" y="113276"/>
                    </a:cubicBezTo>
                    <a:cubicBezTo>
                      <a:pt x="26622" y="113102"/>
                      <a:pt x="18270" y="114494"/>
                      <a:pt x="10440" y="118496"/>
                    </a:cubicBezTo>
                    <a:cubicBezTo>
                      <a:pt x="6438" y="118844"/>
                      <a:pt x="0" y="133286"/>
                      <a:pt x="0" y="138158"/>
                    </a:cubicBezTo>
                    <a:cubicBezTo>
                      <a:pt x="174" y="188445"/>
                      <a:pt x="174" y="238732"/>
                      <a:pt x="522" y="289193"/>
                    </a:cubicBezTo>
                    <a:cubicBezTo>
                      <a:pt x="522" y="302417"/>
                      <a:pt x="8352" y="310073"/>
                      <a:pt x="21402" y="310769"/>
                    </a:cubicBezTo>
                    <a:cubicBezTo>
                      <a:pt x="24534" y="310943"/>
                      <a:pt x="76735" y="310943"/>
                      <a:pt x="99530" y="310595"/>
                    </a:cubicBezTo>
                    <a:cubicBezTo>
                      <a:pt x="103532" y="310595"/>
                      <a:pt x="104228" y="312509"/>
                      <a:pt x="104228" y="315989"/>
                    </a:cubicBezTo>
                    <a:cubicBezTo>
                      <a:pt x="104228" y="345918"/>
                      <a:pt x="104228" y="375672"/>
                      <a:pt x="104228" y="405600"/>
                    </a:cubicBezTo>
                    <a:cubicBezTo>
                      <a:pt x="104576" y="414997"/>
                      <a:pt x="109448" y="421609"/>
                      <a:pt x="117800" y="424741"/>
                    </a:cubicBezTo>
                    <a:cubicBezTo>
                      <a:pt x="122846" y="426481"/>
                      <a:pt x="254044" y="426655"/>
                      <a:pt x="271270" y="426481"/>
                    </a:cubicBezTo>
                    <a:cubicBezTo>
                      <a:pt x="285191" y="420391"/>
                      <a:pt x="290237" y="409080"/>
                      <a:pt x="290063" y="394464"/>
                    </a:cubicBezTo>
                    <a:cubicBezTo>
                      <a:pt x="290063" y="369234"/>
                      <a:pt x="290411" y="344004"/>
                      <a:pt x="290237" y="318947"/>
                    </a:cubicBezTo>
                    <a:cubicBezTo>
                      <a:pt x="290237" y="313031"/>
                      <a:pt x="291455" y="311117"/>
                      <a:pt x="297719" y="311117"/>
                    </a:cubicBezTo>
                    <a:cubicBezTo>
                      <a:pt x="320513" y="311465"/>
                      <a:pt x="343482" y="311291"/>
                      <a:pt x="366276" y="311291"/>
                    </a:cubicBezTo>
                    <a:cubicBezTo>
                      <a:pt x="384546" y="311291"/>
                      <a:pt x="392724" y="303635"/>
                      <a:pt x="393246" y="285017"/>
                    </a:cubicBezTo>
                    <a:cubicBezTo>
                      <a:pt x="393594" y="271966"/>
                      <a:pt x="393420" y="173481"/>
                      <a:pt x="393594" y="137288"/>
                    </a:cubicBezTo>
                    <a:cubicBezTo>
                      <a:pt x="392898" y="120410"/>
                      <a:pt x="386112" y="113972"/>
                      <a:pt x="369408" y="113798"/>
                    </a:cubicBezTo>
                    <a:close/>
                    <a:moveTo>
                      <a:pt x="115190" y="4350"/>
                    </a:moveTo>
                    <a:cubicBezTo>
                      <a:pt x="115190" y="4350"/>
                      <a:pt x="115190" y="4524"/>
                      <a:pt x="115190" y="4350"/>
                    </a:cubicBezTo>
                    <a:cubicBezTo>
                      <a:pt x="115190" y="4524"/>
                      <a:pt x="115190" y="4350"/>
                      <a:pt x="115190" y="4350"/>
                    </a:cubicBezTo>
                    <a:lnTo>
                      <a:pt x="115190" y="4350"/>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29" name="Google Shape;229;g3f723ec14bb_0_36"/>
              <p:cNvSpPr/>
              <p:nvPr/>
            </p:nvSpPr>
            <p:spPr>
              <a:xfrm>
                <a:off x="1346578" y="5582559"/>
                <a:ext cx="50460" cy="1740"/>
              </a:xfrm>
              <a:custGeom>
                <a:avLst/>
                <a:gdLst/>
                <a:ahLst/>
                <a:cxnLst/>
                <a:rect l="l" t="t" r="r" b="b"/>
                <a:pathLst>
                  <a:path w="50460" h="1740" extrusionOk="0">
                    <a:moveTo>
                      <a:pt x="29754" y="1392"/>
                    </a:moveTo>
                    <a:cubicBezTo>
                      <a:pt x="37063" y="1392"/>
                      <a:pt x="44545" y="3132"/>
                      <a:pt x="51679" y="0"/>
                    </a:cubicBezTo>
                    <a:cubicBezTo>
                      <a:pt x="34453" y="174"/>
                      <a:pt x="17226" y="174"/>
                      <a:pt x="0" y="348"/>
                    </a:cubicBezTo>
                    <a:cubicBezTo>
                      <a:pt x="9744" y="2958"/>
                      <a:pt x="19836" y="1218"/>
                      <a:pt x="29754" y="1392"/>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sp>
        <p:nvSpPr>
          <p:cNvPr id="230" name="Google Shape;230;g3f723ec14bb_0_36"/>
          <p:cNvSpPr/>
          <p:nvPr/>
        </p:nvSpPr>
        <p:spPr>
          <a:xfrm>
            <a:off x="3752974" y="1735915"/>
            <a:ext cx="926458" cy="926365"/>
          </a:xfrm>
          <a:custGeom>
            <a:avLst/>
            <a:gdLst/>
            <a:ahLst/>
            <a:cxnLst/>
            <a:rect l="l" t="t" r="r" b="b"/>
            <a:pathLst>
              <a:path w="3140536" h="3140220" extrusionOk="0">
                <a:moveTo>
                  <a:pt x="1488683" y="956410"/>
                </a:moveTo>
                <a:lnTo>
                  <a:pt x="1149168" y="1565006"/>
                </a:lnTo>
                <a:lnTo>
                  <a:pt x="716116" y="1564361"/>
                </a:lnTo>
                <a:cubicBezTo>
                  <a:pt x="697783" y="1564361"/>
                  <a:pt x="686784" y="1570385"/>
                  <a:pt x="678403" y="1585837"/>
                </a:cubicBezTo>
                <a:cubicBezTo>
                  <a:pt x="669760" y="1601551"/>
                  <a:pt x="659022" y="1616217"/>
                  <a:pt x="647760" y="1634027"/>
                </a:cubicBezTo>
                <a:cubicBezTo>
                  <a:pt x="641998" y="1582170"/>
                  <a:pt x="636499" y="1533981"/>
                  <a:pt x="631260" y="1485529"/>
                </a:cubicBezTo>
                <a:cubicBezTo>
                  <a:pt x="616070" y="1345149"/>
                  <a:pt x="600618" y="1204508"/>
                  <a:pt x="585428" y="1064129"/>
                </a:cubicBezTo>
                <a:cubicBezTo>
                  <a:pt x="583594" y="1049462"/>
                  <a:pt x="574952" y="1043177"/>
                  <a:pt x="561071" y="1046843"/>
                </a:cubicBezTo>
                <a:cubicBezTo>
                  <a:pt x="549547" y="1049724"/>
                  <a:pt x="549285" y="1059414"/>
                  <a:pt x="548500" y="1068581"/>
                </a:cubicBezTo>
                <a:cubicBezTo>
                  <a:pt x="537500" y="1185389"/>
                  <a:pt x="526762" y="1302459"/>
                  <a:pt x="515762" y="1419268"/>
                </a:cubicBezTo>
                <a:cubicBezTo>
                  <a:pt x="502405" y="1562004"/>
                  <a:pt x="488786" y="1705002"/>
                  <a:pt x="475167" y="1847738"/>
                </a:cubicBezTo>
                <a:cubicBezTo>
                  <a:pt x="472548" y="1874714"/>
                  <a:pt x="469929" y="1901690"/>
                  <a:pt x="467310" y="1929713"/>
                </a:cubicBezTo>
                <a:cubicBezTo>
                  <a:pt x="465739" y="1928142"/>
                  <a:pt x="464691" y="1927618"/>
                  <a:pt x="464691" y="1926832"/>
                </a:cubicBezTo>
                <a:cubicBezTo>
                  <a:pt x="449239" y="1841453"/>
                  <a:pt x="434049" y="1756335"/>
                  <a:pt x="418859" y="1670955"/>
                </a:cubicBezTo>
                <a:cubicBezTo>
                  <a:pt x="404192" y="1590289"/>
                  <a:pt x="389526" y="1509886"/>
                  <a:pt x="375121" y="1429220"/>
                </a:cubicBezTo>
                <a:cubicBezTo>
                  <a:pt x="373288" y="1419268"/>
                  <a:pt x="368573" y="1412981"/>
                  <a:pt x="358359" y="1412195"/>
                </a:cubicBezTo>
                <a:cubicBezTo>
                  <a:pt x="347883" y="1411410"/>
                  <a:pt x="341598" y="1417696"/>
                  <a:pt x="338455" y="1427387"/>
                </a:cubicBezTo>
                <a:cubicBezTo>
                  <a:pt x="326146" y="1466934"/>
                  <a:pt x="313574" y="1506481"/>
                  <a:pt x="301527" y="1546028"/>
                </a:cubicBezTo>
                <a:cubicBezTo>
                  <a:pt x="294979" y="1566980"/>
                  <a:pt x="291575" y="1568813"/>
                  <a:pt x="268789" y="1562790"/>
                </a:cubicBezTo>
                <a:cubicBezTo>
                  <a:pt x="265122" y="1559123"/>
                  <a:pt x="260670" y="1560956"/>
                  <a:pt x="256742" y="1561742"/>
                </a:cubicBezTo>
                <a:cubicBezTo>
                  <a:pt x="195195" y="1561742"/>
                  <a:pt x="133648" y="1561742"/>
                  <a:pt x="72101" y="1561742"/>
                </a:cubicBezTo>
                <a:cubicBezTo>
                  <a:pt x="68435" y="1561742"/>
                  <a:pt x="64244" y="1561218"/>
                  <a:pt x="60578" y="1562790"/>
                </a:cubicBezTo>
                <a:cubicBezTo>
                  <a:pt x="45649" y="1563052"/>
                  <a:pt x="30983" y="1563052"/>
                  <a:pt x="16054" y="1563314"/>
                </a:cubicBezTo>
                <a:cubicBezTo>
                  <a:pt x="12650" y="1563314"/>
                  <a:pt x="7935" y="1562004"/>
                  <a:pt x="6364" y="1565147"/>
                </a:cubicBezTo>
                <a:cubicBezTo>
                  <a:pt x="2697" y="1573266"/>
                  <a:pt x="3745" y="1582432"/>
                  <a:pt x="5316" y="1590813"/>
                </a:cubicBezTo>
                <a:cubicBezTo>
                  <a:pt x="6626" y="1597099"/>
                  <a:pt x="13435" y="1594480"/>
                  <a:pt x="17626" y="1594480"/>
                </a:cubicBezTo>
                <a:cubicBezTo>
                  <a:pt x="112696" y="1594480"/>
                  <a:pt x="208028" y="1594480"/>
                  <a:pt x="303098" y="1594480"/>
                </a:cubicBezTo>
                <a:cubicBezTo>
                  <a:pt x="322217" y="1594480"/>
                  <a:pt x="324312" y="1592646"/>
                  <a:pt x="330074" y="1573528"/>
                </a:cubicBezTo>
                <a:cubicBezTo>
                  <a:pt x="336883" y="1550742"/>
                  <a:pt x="344217" y="1528219"/>
                  <a:pt x="352336" y="1502029"/>
                </a:cubicBezTo>
                <a:cubicBezTo>
                  <a:pt x="353645" y="1508838"/>
                  <a:pt x="354169" y="1511195"/>
                  <a:pt x="354693" y="1513814"/>
                </a:cubicBezTo>
                <a:cubicBezTo>
                  <a:pt x="378002" y="1642408"/>
                  <a:pt x="401049" y="1770739"/>
                  <a:pt x="424358" y="1899333"/>
                </a:cubicBezTo>
                <a:cubicBezTo>
                  <a:pt x="434049" y="1953284"/>
                  <a:pt x="443739" y="2007236"/>
                  <a:pt x="453430" y="2061188"/>
                </a:cubicBezTo>
                <a:cubicBezTo>
                  <a:pt x="456310" y="2076640"/>
                  <a:pt x="466263" y="2083973"/>
                  <a:pt x="478834" y="2079259"/>
                </a:cubicBezTo>
                <a:cubicBezTo>
                  <a:pt x="490881" y="2074807"/>
                  <a:pt x="490096" y="2063807"/>
                  <a:pt x="491143" y="2054116"/>
                </a:cubicBezTo>
                <a:cubicBezTo>
                  <a:pt x="500572" y="1955380"/>
                  <a:pt x="509476" y="1856643"/>
                  <a:pt x="518905" y="1757906"/>
                </a:cubicBezTo>
                <a:cubicBezTo>
                  <a:pt x="532262" y="1615956"/>
                  <a:pt x="545881" y="1474005"/>
                  <a:pt x="559500" y="1332054"/>
                </a:cubicBezTo>
                <a:cubicBezTo>
                  <a:pt x="562119" y="1302721"/>
                  <a:pt x="564999" y="1273650"/>
                  <a:pt x="567618" y="1244055"/>
                </a:cubicBezTo>
                <a:cubicBezTo>
                  <a:pt x="571285" y="1245364"/>
                  <a:pt x="570499" y="1247983"/>
                  <a:pt x="570761" y="1249817"/>
                </a:cubicBezTo>
                <a:cubicBezTo>
                  <a:pt x="579666" y="1332316"/>
                  <a:pt x="588571" y="1415076"/>
                  <a:pt x="597475" y="1497576"/>
                </a:cubicBezTo>
                <a:cubicBezTo>
                  <a:pt x="604023" y="1557552"/>
                  <a:pt x="610570" y="1617789"/>
                  <a:pt x="617118" y="1677764"/>
                </a:cubicBezTo>
                <a:cubicBezTo>
                  <a:pt x="617903" y="1685359"/>
                  <a:pt x="620261" y="1691383"/>
                  <a:pt x="627594" y="1694526"/>
                </a:cubicBezTo>
                <a:cubicBezTo>
                  <a:pt x="635189" y="1697931"/>
                  <a:pt x="641998" y="1696097"/>
                  <a:pt x="648284" y="1691121"/>
                </a:cubicBezTo>
                <a:cubicBezTo>
                  <a:pt x="654832" y="1685883"/>
                  <a:pt x="660070" y="1679598"/>
                  <a:pt x="664522" y="1672526"/>
                </a:cubicBezTo>
                <a:cubicBezTo>
                  <a:pt x="678403" y="1650265"/>
                  <a:pt x="692807" y="1628527"/>
                  <a:pt x="706164" y="1606003"/>
                </a:cubicBezTo>
                <a:cubicBezTo>
                  <a:pt x="711402" y="1597099"/>
                  <a:pt x="717426" y="1593956"/>
                  <a:pt x="727902" y="1593956"/>
                </a:cubicBezTo>
                <a:lnTo>
                  <a:pt x="1132906" y="1594155"/>
                </a:lnTo>
                <a:lnTo>
                  <a:pt x="1124560" y="1609116"/>
                </a:lnTo>
                <a:lnTo>
                  <a:pt x="1127321" y="1609116"/>
                </a:lnTo>
                <a:cubicBezTo>
                  <a:pt x="1102193" y="1661110"/>
                  <a:pt x="1088373" y="1719463"/>
                  <a:pt x="1088373" y="1781043"/>
                </a:cubicBezTo>
                <a:cubicBezTo>
                  <a:pt x="1088373" y="2003498"/>
                  <a:pt x="1268710" y="2183834"/>
                  <a:pt x="1491166" y="2183834"/>
                </a:cubicBezTo>
                <a:cubicBezTo>
                  <a:pt x="1713622" y="2183834"/>
                  <a:pt x="1893958" y="2003498"/>
                  <a:pt x="1893958" y="1781043"/>
                </a:cubicBezTo>
                <a:cubicBezTo>
                  <a:pt x="1893958" y="1715767"/>
                  <a:pt x="1878430" y="1654118"/>
                  <a:pt x="1850579" y="1599793"/>
                </a:cubicBezTo>
                <a:lnTo>
                  <a:pt x="1847185" y="1594278"/>
                </a:lnTo>
                <a:lnTo>
                  <a:pt x="1899403" y="1594298"/>
                </a:lnTo>
                <a:lnTo>
                  <a:pt x="1922783" y="1634580"/>
                </a:lnTo>
                <a:cubicBezTo>
                  <a:pt x="1933851" y="1659235"/>
                  <a:pt x="1942421" y="1685246"/>
                  <a:pt x="1948185" y="1712301"/>
                </a:cubicBezTo>
                <a:lnTo>
                  <a:pt x="1957613" y="1712777"/>
                </a:lnTo>
                <a:cubicBezTo>
                  <a:pt x="2042349" y="1712777"/>
                  <a:pt x="2117058" y="1669844"/>
                  <a:pt x="2161174" y="1604545"/>
                </a:cubicBezTo>
                <a:lnTo>
                  <a:pt x="2166680" y="1594400"/>
                </a:lnTo>
                <a:lnTo>
                  <a:pt x="2374738" y="1594480"/>
                </a:lnTo>
                <a:cubicBezTo>
                  <a:pt x="2397524" y="1594480"/>
                  <a:pt x="2398047" y="1593694"/>
                  <a:pt x="2404595" y="1572218"/>
                </a:cubicBezTo>
                <a:cubicBezTo>
                  <a:pt x="2411404" y="1549956"/>
                  <a:pt x="2418738" y="1527957"/>
                  <a:pt x="2426856" y="1502290"/>
                </a:cubicBezTo>
                <a:cubicBezTo>
                  <a:pt x="2428166" y="1508576"/>
                  <a:pt x="2428690" y="1510933"/>
                  <a:pt x="2429214" y="1513552"/>
                </a:cubicBezTo>
                <a:cubicBezTo>
                  <a:pt x="2452523" y="1642408"/>
                  <a:pt x="2475832" y="1771525"/>
                  <a:pt x="2499141" y="1900380"/>
                </a:cubicBezTo>
                <a:cubicBezTo>
                  <a:pt x="2508832" y="1954332"/>
                  <a:pt x="2518522" y="2008284"/>
                  <a:pt x="2528474" y="2062235"/>
                </a:cubicBezTo>
                <a:cubicBezTo>
                  <a:pt x="2530831" y="2076378"/>
                  <a:pt x="2539998" y="2082664"/>
                  <a:pt x="2552045" y="2079521"/>
                </a:cubicBezTo>
                <a:cubicBezTo>
                  <a:pt x="2564093" y="2076116"/>
                  <a:pt x="2564617" y="2065902"/>
                  <a:pt x="2565402" y="2056474"/>
                </a:cubicBezTo>
                <a:cubicBezTo>
                  <a:pt x="2571688" y="1990736"/>
                  <a:pt x="2577712" y="1924737"/>
                  <a:pt x="2583997" y="1859000"/>
                </a:cubicBezTo>
                <a:cubicBezTo>
                  <a:pt x="2592640" y="1768120"/>
                  <a:pt x="2601283" y="1677241"/>
                  <a:pt x="2609926" y="1586361"/>
                </a:cubicBezTo>
                <a:cubicBezTo>
                  <a:pt x="2617521" y="1505171"/>
                  <a:pt x="2624854" y="1424244"/>
                  <a:pt x="2632449" y="1343315"/>
                </a:cubicBezTo>
                <a:cubicBezTo>
                  <a:pt x="2635592" y="1310316"/>
                  <a:pt x="2638996" y="1277054"/>
                  <a:pt x="2642139" y="1243793"/>
                </a:cubicBezTo>
                <a:cubicBezTo>
                  <a:pt x="2645544" y="1245102"/>
                  <a:pt x="2644758" y="1247721"/>
                  <a:pt x="2645020" y="1249555"/>
                </a:cubicBezTo>
                <a:cubicBezTo>
                  <a:pt x="2653925" y="1332054"/>
                  <a:pt x="2662830" y="1414814"/>
                  <a:pt x="2671734" y="1497314"/>
                </a:cubicBezTo>
                <a:cubicBezTo>
                  <a:pt x="2678282" y="1557290"/>
                  <a:pt x="2684829" y="1617527"/>
                  <a:pt x="2691377" y="1677502"/>
                </a:cubicBezTo>
                <a:cubicBezTo>
                  <a:pt x="2693472" y="1695050"/>
                  <a:pt x="2708662" y="1701597"/>
                  <a:pt x="2722543" y="1690859"/>
                </a:cubicBezTo>
                <a:cubicBezTo>
                  <a:pt x="2729614" y="1685621"/>
                  <a:pt x="2734852" y="1678550"/>
                  <a:pt x="2739567" y="1671217"/>
                </a:cubicBezTo>
                <a:cubicBezTo>
                  <a:pt x="2753709" y="1648955"/>
                  <a:pt x="2768114" y="1627217"/>
                  <a:pt x="2781471" y="1604694"/>
                </a:cubicBezTo>
                <a:cubicBezTo>
                  <a:pt x="2786185" y="1596575"/>
                  <a:pt x="2791685" y="1593694"/>
                  <a:pt x="2801113" y="1593694"/>
                </a:cubicBezTo>
                <a:cubicBezTo>
                  <a:pt x="2886231" y="1594218"/>
                  <a:pt x="2971349" y="1593956"/>
                  <a:pt x="3056467" y="1593956"/>
                </a:cubicBezTo>
                <a:cubicBezTo>
                  <a:pt x="3080038" y="1593956"/>
                  <a:pt x="3103609" y="1594218"/>
                  <a:pt x="3127180" y="1593956"/>
                </a:cubicBezTo>
                <a:cubicBezTo>
                  <a:pt x="3130847" y="1593694"/>
                  <a:pt x="3136609" y="1595789"/>
                  <a:pt x="3137395" y="1590813"/>
                </a:cubicBezTo>
                <a:cubicBezTo>
                  <a:pt x="3138442" y="1582956"/>
                  <a:pt x="3139228" y="1574575"/>
                  <a:pt x="3136871" y="1567504"/>
                </a:cubicBezTo>
                <a:cubicBezTo>
                  <a:pt x="3135299" y="1562528"/>
                  <a:pt x="3127442" y="1565147"/>
                  <a:pt x="3122466" y="1565147"/>
                </a:cubicBezTo>
                <a:cubicBezTo>
                  <a:pt x="3010373" y="1564885"/>
                  <a:pt x="2898017" y="1565147"/>
                  <a:pt x="2785923" y="1564623"/>
                </a:cubicBezTo>
                <a:cubicBezTo>
                  <a:pt x="2771781" y="1564623"/>
                  <a:pt x="2763138" y="1569337"/>
                  <a:pt x="2756328" y="1581123"/>
                </a:cubicBezTo>
                <a:cubicBezTo>
                  <a:pt x="2746376" y="1598408"/>
                  <a:pt x="2735114" y="1614646"/>
                  <a:pt x="2722805" y="1634027"/>
                </a:cubicBezTo>
                <a:cubicBezTo>
                  <a:pt x="2722019" y="1629313"/>
                  <a:pt x="2722019" y="1627741"/>
                  <a:pt x="2721757" y="1626170"/>
                </a:cubicBezTo>
                <a:cubicBezTo>
                  <a:pt x="2714424" y="1560433"/>
                  <a:pt x="2707091" y="1494695"/>
                  <a:pt x="2700020" y="1428958"/>
                </a:cubicBezTo>
                <a:cubicBezTo>
                  <a:pt x="2692163" y="1357982"/>
                  <a:pt x="2684567" y="1287269"/>
                  <a:pt x="2676972" y="1216293"/>
                </a:cubicBezTo>
                <a:cubicBezTo>
                  <a:pt x="2671472" y="1165223"/>
                  <a:pt x="2665972" y="1114414"/>
                  <a:pt x="2660211" y="1063343"/>
                </a:cubicBezTo>
                <a:cubicBezTo>
                  <a:pt x="2658639" y="1049986"/>
                  <a:pt x="2653401" y="1046057"/>
                  <a:pt x="2640306" y="1046319"/>
                </a:cubicBezTo>
                <a:cubicBezTo>
                  <a:pt x="2626687" y="1046581"/>
                  <a:pt x="2624592" y="1056272"/>
                  <a:pt x="2623544" y="1066748"/>
                </a:cubicBezTo>
                <a:cubicBezTo>
                  <a:pt x="2619092" y="1114152"/>
                  <a:pt x="2614640" y="1161294"/>
                  <a:pt x="2610187" y="1208436"/>
                </a:cubicBezTo>
                <a:cubicBezTo>
                  <a:pt x="2601021" y="1306649"/>
                  <a:pt x="2592116" y="1405124"/>
                  <a:pt x="2582688" y="1503338"/>
                </a:cubicBezTo>
                <a:cubicBezTo>
                  <a:pt x="2572736" y="1607575"/>
                  <a:pt x="2562521" y="1712073"/>
                  <a:pt x="2552569" y="1816310"/>
                </a:cubicBezTo>
                <a:cubicBezTo>
                  <a:pt x="2548903" y="1853762"/>
                  <a:pt x="2545498" y="1891214"/>
                  <a:pt x="2542093" y="1928666"/>
                </a:cubicBezTo>
                <a:cubicBezTo>
                  <a:pt x="2538950" y="1928142"/>
                  <a:pt x="2538950" y="1926309"/>
                  <a:pt x="2538688" y="1924737"/>
                </a:cubicBezTo>
                <a:cubicBezTo>
                  <a:pt x="2528736" y="1868690"/>
                  <a:pt x="2518784" y="1812382"/>
                  <a:pt x="2508832" y="1756335"/>
                </a:cubicBezTo>
                <a:cubicBezTo>
                  <a:pt x="2489713" y="1649217"/>
                  <a:pt x="2470070" y="1542099"/>
                  <a:pt x="2450951" y="1434982"/>
                </a:cubicBezTo>
                <a:cubicBezTo>
                  <a:pt x="2448856" y="1423720"/>
                  <a:pt x="2446237" y="1412719"/>
                  <a:pt x="2432095" y="1412457"/>
                </a:cubicBezTo>
                <a:cubicBezTo>
                  <a:pt x="2418476" y="1411933"/>
                  <a:pt x="2414809" y="1422149"/>
                  <a:pt x="2411404" y="1433410"/>
                </a:cubicBezTo>
                <a:cubicBezTo>
                  <a:pt x="2399619" y="1472434"/>
                  <a:pt x="2386786" y="1511457"/>
                  <a:pt x="2375262" y="1550742"/>
                </a:cubicBezTo>
                <a:cubicBezTo>
                  <a:pt x="2372119" y="1561742"/>
                  <a:pt x="2367143" y="1565147"/>
                  <a:pt x="2355357" y="1565147"/>
                </a:cubicBezTo>
                <a:lnTo>
                  <a:pt x="2182667" y="1564947"/>
                </a:lnTo>
                <a:lnTo>
                  <a:pt x="2183807" y="1562846"/>
                </a:lnTo>
                <a:cubicBezTo>
                  <a:pt x="2196230" y="1533476"/>
                  <a:pt x="2203099" y="1501186"/>
                  <a:pt x="2203099" y="1467292"/>
                </a:cubicBezTo>
                <a:cubicBezTo>
                  <a:pt x="2203099" y="1414248"/>
                  <a:pt x="2186275" y="1365133"/>
                  <a:pt x="2157255" y="1325289"/>
                </a:cubicBezTo>
                <a:lnTo>
                  <a:pt x="1956101" y="964711"/>
                </a:lnTo>
                <a:lnTo>
                  <a:pt x="1751809" y="1330913"/>
                </a:lnTo>
                <a:lnTo>
                  <a:pt x="1882175" y="1564600"/>
                </a:lnTo>
                <a:lnTo>
                  <a:pt x="1828886" y="1564538"/>
                </a:lnTo>
                <a:lnTo>
                  <a:pt x="1818738" y="1548046"/>
                </a:lnTo>
                <a:lnTo>
                  <a:pt x="1546697" y="1060401"/>
                </a:lnTo>
                <a:lnTo>
                  <a:pt x="1543431" y="1051034"/>
                </a:lnTo>
                <a:lnTo>
                  <a:pt x="1540967" y="1050131"/>
                </a:lnTo>
                <a:close/>
                <a:moveTo>
                  <a:pt x="1041397" y="24"/>
                </a:moveTo>
                <a:cubicBezTo>
                  <a:pt x="1391821" y="24"/>
                  <a:pt x="1742507" y="24"/>
                  <a:pt x="2092931" y="24"/>
                </a:cubicBezTo>
                <a:cubicBezTo>
                  <a:pt x="2116240" y="24"/>
                  <a:pt x="2113097" y="-1547"/>
                  <a:pt x="2113097" y="20714"/>
                </a:cubicBezTo>
                <a:cubicBezTo>
                  <a:pt x="2113097" y="350186"/>
                  <a:pt x="2113097" y="679920"/>
                  <a:pt x="2113097" y="1009391"/>
                </a:cubicBezTo>
                <a:cubicBezTo>
                  <a:pt x="2113097" y="1027725"/>
                  <a:pt x="2113097" y="1027725"/>
                  <a:pt x="2131169" y="1027725"/>
                </a:cubicBezTo>
                <a:cubicBezTo>
                  <a:pt x="2461164" y="1027725"/>
                  <a:pt x="2791160" y="1027725"/>
                  <a:pt x="3121155" y="1027725"/>
                </a:cubicBezTo>
                <a:cubicBezTo>
                  <a:pt x="3140274" y="1027725"/>
                  <a:pt x="3140536" y="1027725"/>
                  <a:pt x="3140536" y="1046581"/>
                </a:cubicBezTo>
                <a:cubicBezTo>
                  <a:pt x="3140536" y="1396743"/>
                  <a:pt x="3140536" y="1746644"/>
                  <a:pt x="3140536" y="2096805"/>
                </a:cubicBezTo>
                <a:cubicBezTo>
                  <a:pt x="3140536" y="2114615"/>
                  <a:pt x="3140536" y="2114615"/>
                  <a:pt x="3122989" y="2114615"/>
                </a:cubicBezTo>
                <a:cubicBezTo>
                  <a:pt x="2795088" y="2114615"/>
                  <a:pt x="2467450" y="2114615"/>
                  <a:pt x="2139549" y="2114615"/>
                </a:cubicBezTo>
                <a:cubicBezTo>
                  <a:pt x="2121216" y="2114615"/>
                  <a:pt x="2121216" y="2114615"/>
                  <a:pt x="2121216" y="2132948"/>
                </a:cubicBezTo>
                <a:cubicBezTo>
                  <a:pt x="2121216" y="2462420"/>
                  <a:pt x="2121216" y="2792153"/>
                  <a:pt x="2121216" y="3121625"/>
                </a:cubicBezTo>
                <a:cubicBezTo>
                  <a:pt x="2121216" y="3140220"/>
                  <a:pt x="2121216" y="3140220"/>
                  <a:pt x="2102883" y="3140220"/>
                </a:cubicBezTo>
                <a:cubicBezTo>
                  <a:pt x="1926886" y="3139958"/>
                  <a:pt x="1750364" y="3139958"/>
                  <a:pt x="1574105" y="3139958"/>
                </a:cubicBezTo>
                <a:cubicBezTo>
                  <a:pt x="1396797" y="3139958"/>
                  <a:pt x="1219752" y="3139696"/>
                  <a:pt x="1042445" y="3140220"/>
                </a:cubicBezTo>
                <a:cubicBezTo>
                  <a:pt x="1029874" y="3140220"/>
                  <a:pt x="1026469" y="3137077"/>
                  <a:pt x="1026469" y="3124506"/>
                </a:cubicBezTo>
                <a:cubicBezTo>
                  <a:pt x="1026731" y="2794511"/>
                  <a:pt x="1026731" y="2464515"/>
                  <a:pt x="1026731" y="2134519"/>
                </a:cubicBezTo>
                <a:cubicBezTo>
                  <a:pt x="1026731" y="2111734"/>
                  <a:pt x="1029350" y="2114615"/>
                  <a:pt x="1006303" y="2114615"/>
                </a:cubicBezTo>
                <a:cubicBezTo>
                  <a:pt x="677093" y="2114615"/>
                  <a:pt x="348145" y="2114615"/>
                  <a:pt x="18935" y="2114615"/>
                </a:cubicBezTo>
                <a:cubicBezTo>
                  <a:pt x="-1755" y="2114615"/>
                  <a:pt x="78" y="2117234"/>
                  <a:pt x="78" y="2095496"/>
                </a:cubicBezTo>
                <a:cubicBezTo>
                  <a:pt x="78" y="1745858"/>
                  <a:pt x="78" y="1396220"/>
                  <a:pt x="78" y="1046581"/>
                </a:cubicBezTo>
                <a:cubicBezTo>
                  <a:pt x="78" y="1025367"/>
                  <a:pt x="-2279" y="1027725"/>
                  <a:pt x="18935" y="1027725"/>
                </a:cubicBezTo>
                <a:cubicBezTo>
                  <a:pt x="347097" y="1027725"/>
                  <a:pt x="675521" y="1027725"/>
                  <a:pt x="1003684" y="1027725"/>
                </a:cubicBezTo>
                <a:cubicBezTo>
                  <a:pt x="1024636" y="1027725"/>
                  <a:pt x="1022802" y="1030344"/>
                  <a:pt x="1022802" y="1009130"/>
                </a:cubicBezTo>
                <a:cubicBezTo>
                  <a:pt x="1022802" y="679134"/>
                  <a:pt x="1022802" y="349138"/>
                  <a:pt x="1022802" y="19143"/>
                </a:cubicBezTo>
                <a:cubicBezTo>
                  <a:pt x="1022802" y="-2333"/>
                  <a:pt x="1020445" y="286"/>
                  <a:pt x="1041397" y="24"/>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31" name="Google Shape;231;g3f723ec14bb_0_36"/>
          <p:cNvSpPr txBox="1">
            <a:spLocks noGrp="1"/>
          </p:cNvSpPr>
          <p:nvPr>
            <p:ph type="sldNum" idx="12"/>
          </p:nvPr>
        </p:nvSpPr>
        <p:spPr>
          <a:xfrm>
            <a:off x="11409045" y="6333134"/>
            <a:ext cx="731700" cy="5250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g3f723ec14bb_0_66"/>
          <p:cNvSpPr txBox="1">
            <a:spLocks noGrp="1"/>
          </p:cNvSpPr>
          <p:nvPr>
            <p:ph type="body" idx="1"/>
          </p:nvPr>
        </p:nvSpPr>
        <p:spPr>
          <a:xfrm>
            <a:off x="323529" y="145548"/>
            <a:ext cx="11573100" cy="724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262626"/>
              </a:buClr>
              <a:buSzPts val="5400"/>
              <a:buNone/>
            </a:pPr>
            <a:r>
              <a:rPr lang="en-US"/>
              <a:t>Pipeline Architecture</a:t>
            </a:r>
            <a:endParaRPr/>
          </a:p>
        </p:txBody>
      </p:sp>
      <p:pic>
        <p:nvPicPr>
          <p:cNvPr id="237" name="Google Shape;237;g3f723ec14bb_0_66"/>
          <p:cNvPicPr preferRelativeResize="0"/>
          <p:nvPr/>
        </p:nvPicPr>
        <p:blipFill>
          <a:blip r:embed="rId3">
            <a:alphaModFix/>
          </a:blip>
          <a:stretch>
            <a:fillRect/>
          </a:stretch>
        </p:blipFill>
        <p:spPr>
          <a:xfrm>
            <a:off x="152400" y="1022150"/>
            <a:ext cx="11686200" cy="5409425"/>
          </a:xfrm>
          <a:prstGeom prst="rect">
            <a:avLst/>
          </a:prstGeom>
          <a:noFill/>
          <a:ln>
            <a:noFill/>
          </a:ln>
        </p:spPr>
      </p:pic>
      <p:sp>
        <p:nvSpPr>
          <p:cNvPr id="238" name="Google Shape;238;g3f723ec14bb_0_66"/>
          <p:cNvSpPr txBox="1">
            <a:spLocks noGrp="1"/>
          </p:cNvSpPr>
          <p:nvPr>
            <p:ph type="sldNum" idx="12"/>
          </p:nvPr>
        </p:nvSpPr>
        <p:spPr>
          <a:xfrm>
            <a:off x="11409045" y="6333134"/>
            <a:ext cx="731700" cy="5250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3" name="Google Shape;243;g3f723ec14bb_0_108"/>
          <p:cNvSpPr txBox="1">
            <a:spLocks noGrp="1"/>
          </p:cNvSpPr>
          <p:nvPr>
            <p:ph type="body" idx="1"/>
          </p:nvPr>
        </p:nvSpPr>
        <p:spPr>
          <a:xfrm>
            <a:off x="323529" y="145548"/>
            <a:ext cx="11573100" cy="724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262626"/>
              </a:buClr>
              <a:buSzPts val="5400"/>
              <a:buNone/>
            </a:pPr>
            <a:r>
              <a:rPr lang="en-US"/>
              <a:t>Data Cleaning</a:t>
            </a:r>
            <a:endParaRPr/>
          </a:p>
        </p:txBody>
      </p:sp>
      <p:sp>
        <p:nvSpPr>
          <p:cNvPr id="244" name="Google Shape;244;g3f723ec14bb_0_108"/>
          <p:cNvSpPr/>
          <p:nvPr/>
        </p:nvSpPr>
        <p:spPr>
          <a:xfrm rot="8100000">
            <a:off x="1653326" y="1419735"/>
            <a:ext cx="959468" cy="959468"/>
          </a:xfrm>
          <a:custGeom>
            <a:avLst/>
            <a:gdLst/>
            <a:ahLst/>
            <a:cxnLst/>
            <a:rect l="l" t="t" r="r" b="b"/>
            <a:pathLst>
              <a:path w="1239172" h="1239172" extrusionOk="0">
                <a:moveTo>
                  <a:pt x="226976" y="1012196"/>
                </a:moveTo>
                <a:cubicBezTo>
                  <a:pt x="425211" y="1210431"/>
                  <a:pt x="746612" y="1210431"/>
                  <a:pt x="944847" y="1012196"/>
                </a:cubicBezTo>
                <a:cubicBezTo>
                  <a:pt x="1143081" y="813962"/>
                  <a:pt x="1143081" y="492561"/>
                  <a:pt x="944847" y="294326"/>
                </a:cubicBezTo>
                <a:cubicBezTo>
                  <a:pt x="746612" y="96092"/>
                  <a:pt x="425211" y="96092"/>
                  <a:pt x="226976" y="294326"/>
                </a:cubicBezTo>
                <a:cubicBezTo>
                  <a:pt x="28742" y="492561"/>
                  <a:pt x="28742" y="813962"/>
                  <a:pt x="226976" y="1012196"/>
                </a:cubicBezTo>
                <a:close/>
                <a:moveTo>
                  <a:pt x="171609" y="1067563"/>
                </a:moveTo>
                <a:cubicBezTo>
                  <a:pt x="65580" y="961534"/>
                  <a:pt x="0" y="815056"/>
                  <a:pt x="0" y="653261"/>
                </a:cubicBezTo>
                <a:lnTo>
                  <a:pt x="1" y="653261"/>
                </a:lnTo>
                <a:cubicBezTo>
                  <a:pt x="1" y="329671"/>
                  <a:pt x="262322" y="67350"/>
                  <a:pt x="585912" y="67350"/>
                </a:cubicBezTo>
                <a:cubicBezTo>
                  <a:pt x="803665" y="67350"/>
                  <a:pt x="1021419" y="44900"/>
                  <a:pt x="1239172" y="0"/>
                </a:cubicBezTo>
                <a:cubicBezTo>
                  <a:pt x="1194272" y="217753"/>
                  <a:pt x="1171822" y="435507"/>
                  <a:pt x="1171822" y="653261"/>
                </a:cubicBezTo>
                <a:cubicBezTo>
                  <a:pt x="1171822" y="976851"/>
                  <a:pt x="909501" y="1239172"/>
                  <a:pt x="585911" y="1239172"/>
                </a:cubicBezTo>
                <a:cubicBezTo>
                  <a:pt x="424116" y="1239172"/>
                  <a:pt x="277638" y="1173592"/>
                  <a:pt x="171609" y="1067563"/>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lt1"/>
              </a:solidFill>
              <a:latin typeface="Arial"/>
              <a:ea typeface="Arial"/>
              <a:cs typeface="Arial"/>
              <a:sym typeface="Arial"/>
            </a:endParaRPr>
          </a:p>
        </p:txBody>
      </p:sp>
      <p:sp>
        <p:nvSpPr>
          <p:cNvPr id="245" name="Google Shape;245;g3f723ec14bb_0_108"/>
          <p:cNvSpPr/>
          <p:nvPr/>
        </p:nvSpPr>
        <p:spPr>
          <a:xfrm rot="8100000">
            <a:off x="5667804" y="1393041"/>
            <a:ext cx="959468" cy="959468"/>
          </a:xfrm>
          <a:custGeom>
            <a:avLst/>
            <a:gdLst/>
            <a:ahLst/>
            <a:cxnLst/>
            <a:rect l="l" t="t" r="r" b="b"/>
            <a:pathLst>
              <a:path w="1239172" h="1239172" extrusionOk="0">
                <a:moveTo>
                  <a:pt x="226976" y="1012196"/>
                </a:moveTo>
                <a:cubicBezTo>
                  <a:pt x="425211" y="1210431"/>
                  <a:pt x="746612" y="1210431"/>
                  <a:pt x="944847" y="1012196"/>
                </a:cubicBezTo>
                <a:cubicBezTo>
                  <a:pt x="1143081" y="813962"/>
                  <a:pt x="1143081" y="492561"/>
                  <a:pt x="944847" y="294326"/>
                </a:cubicBezTo>
                <a:cubicBezTo>
                  <a:pt x="746612" y="96092"/>
                  <a:pt x="425211" y="96092"/>
                  <a:pt x="226976" y="294326"/>
                </a:cubicBezTo>
                <a:cubicBezTo>
                  <a:pt x="28742" y="492561"/>
                  <a:pt x="28742" y="813962"/>
                  <a:pt x="226976" y="1012196"/>
                </a:cubicBezTo>
                <a:close/>
                <a:moveTo>
                  <a:pt x="171609" y="1067563"/>
                </a:moveTo>
                <a:cubicBezTo>
                  <a:pt x="65580" y="961534"/>
                  <a:pt x="0" y="815056"/>
                  <a:pt x="0" y="653261"/>
                </a:cubicBezTo>
                <a:lnTo>
                  <a:pt x="1" y="653261"/>
                </a:lnTo>
                <a:cubicBezTo>
                  <a:pt x="1" y="329671"/>
                  <a:pt x="262322" y="67350"/>
                  <a:pt x="585912" y="67350"/>
                </a:cubicBezTo>
                <a:cubicBezTo>
                  <a:pt x="803665" y="67350"/>
                  <a:pt x="1021419" y="44900"/>
                  <a:pt x="1239172" y="0"/>
                </a:cubicBezTo>
                <a:cubicBezTo>
                  <a:pt x="1194272" y="217753"/>
                  <a:pt x="1171822" y="435507"/>
                  <a:pt x="1171822" y="653261"/>
                </a:cubicBezTo>
                <a:cubicBezTo>
                  <a:pt x="1171822" y="976851"/>
                  <a:pt x="909501" y="1239172"/>
                  <a:pt x="585911" y="1239172"/>
                </a:cubicBezTo>
                <a:cubicBezTo>
                  <a:pt x="424116" y="1239172"/>
                  <a:pt x="277638" y="1173592"/>
                  <a:pt x="171609" y="1067563"/>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lt1"/>
              </a:solidFill>
              <a:latin typeface="Arial"/>
              <a:ea typeface="Arial"/>
              <a:cs typeface="Arial"/>
              <a:sym typeface="Arial"/>
            </a:endParaRPr>
          </a:p>
        </p:txBody>
      </p:sp>
      <p:sp>
        <p:nvSpPr>
          <p:cNvPr id="246" name="Google Shape;246;g3f723ec14bb_0_108"/>
          <p:cNvSpPr/>
          <p:nvPr/>
        </p:nvSpPr>
        <p:spPr>
          <a:xfrm>
            <a:off x="412544" y="2768285"/>
            <a:ext cx="3411900" cy="2791800"/>
          </a:xfrm>
          <a:prstGeom prst="roundRect">
            <a:avLst>
              <a:gd name="adj" fmla="val 6084"/>
            </a:avLst>
          </a:prstGeom>
          <a:solidFill>
            <a:schemeClr val="lt1"/>
          </a:solidFill>
          <a:ln w="25400" cap="flat" cmpd="sng">
            <a:solidFill>
              <a:schemeClr val="accen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lt1"/>
              </a:solidFill>
              <a:latin typeface="Arial"/>
              <a:ea typeface="Arial"/>
              <a:cs typeface="Arial"/>
              <a:sym typeface="Arial"/>
            </a:endParaRPr>
          </a:p>
        </p:txBody>
      </p:sp>
      <p:sp>
        <p:nvSpPr>
          <p:cNvPr id="247" name="Google Shape;247;g3f723ec14bb_0_108"/>
          <p:cNvSpPr/>
          <p:nvPr/>
        </p:nvSpPr>
        <p:spPr>
          <a:xfrm>
            <a:off x="412544" y="2685610"/>
            <a:ext cx="3415880" cy="581397"/>
          </a:xfrm>
          <a:custGeom>
            <a:avLst/>
            <a:gdLst/>
            <a:ahLst/>
            <a:cxnLst/>
            <a:rect l="l" t="t" r="r" b="b"/>
            <a:pathLst>
              <a:path w="1800200" h="581397" extrusionOk="0">
                <a:moveTo>
                  <a:pt x="109524" y="0"/>
                </a:moveTo>
                <a:lnTo>
                  <a:pt x="1690676" y="0"/>
                </a:lnTo>
                <a:cubicBezTo>
                  <a:pt x="1751164" y="0"/>
                  <a:pt x="1800200" y="49036"/>
                  <a:pt x="1800200" y="109524"/>
                </a:cubicBezTo>
                <a:lnTo>
                  <a:pt x="1800200" y="581397"/>
                </a:lnTo>
                <a:lnTo>
                  <a:pt x="0" y="581397"/>
                </a:lnTo>
                <a:lnTo>
                  <a:pt x="0" y="109524"/>
                </a:lnTo>
                <a:cubicBezTo>
                  <a:pt x="0" y="49036"/>
                  <a:pt x="49036" y="0"/>
                  <a:pt x="109524" y="0"/>
                </a:cubicBezTo>
                <a:close/>
              </a:path>
            </a:pathLst>
          </a:custGeom>
          <a:solidFill>
            <a:schemeClr val="accent1"/>
          </a:solidFill>
          <a:ln w="25400" cap="flat" cmpd="sng">
            <a:solidFill>
              <a:schemeClr val="accen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lt1"/>
              </a:solidFill>
              <a:latin typeface="Arial"/>
              <a:ea typeface="Arial"/>
              <a:cs typeface="Arial"/>
              <a:sym typeface="Arial"/>
            </a:endParaRPr>
          </a:p>
        </p:txBody>
      </p:sp>
      <p:sp>
        <p:nvSpPr>
          <p:cNvPr id="248" name="Google Shape;248;g3f723ec14bb_0_108"/>
          <p:cNvSpPr txBox="1"/>
          <p:nvPr/>
        </p:nvSpPr>
        <p:spPr>
          <a:xfrm>
            <a:off x="497619" y="3334636"/>
            <a:ext cx="3204600" cy="1939500"/>
          </a:xfrm>
          <a:prstGeom prst="rect">
            <a:avLst/>
          </a:prstGeom>
          <a:noFill/>
          <a:ln>
            <a:noFill/>
          </a:ln>
        </p:spPr>
        <p:txBody>
          <a:bodyPr spcFirstLastPara="1" wrap="square" lIns="91425" tIns="45700" rIns="91425" bIns="45700" anchor="t" anchorCtr="0">
            <a:spAutoFit/>
          </a:bodyPr>
          <a:lstStyle/>
          <a:p>
            <a:pPr marL="457200" marR="0" lvl="0" indent="-304800" algn="l" rtl="0">
              <a:spcBef>
                <a:spcPts val="0"/>
              </a:spcBef>
              <a:spcAft>
                <a:spcPts val="0"/>
              </a:spcAft>
              <a:buClr>
                <a:srgbClr val="595959"/>
              </a:buClr>
              <a:buSzPts val="1200"/>
              <a:buFont typeface="Arial"/>
              <a:buChar char="●"/>
            </a:pPr>
            <a:r>
              <a:rPr lang="en-US" sz="1200">
                <a:solidFill>
                  <a:srgbClr val="3F3F3F"/>
                </a:solidFill>
              </a:rPr>
              <a:t>Dropped undefined readmission values (e.g. hospice and expired patient encounters)</a:t>
            </a:r>
            <a:endParaRPr sz="1200">
              <a:solidFill>
                <a:srgbClr val="3F3F3F"/>
              </a:solidFill>
            </a:endParaRPr>
          </a:p>
          <a:p>
            <a:pPr marL="457200" marR="0" lvl="0" indent="0" algn="l" rtl="0">
              <a:spcBef>
                <a:spcPts val="0"/>
              </a:spcBef>
              <a:spcAft>
                <a:spcPts val="0"/>
              </a:spcAft>
              <a:buNone/>
            </a:pPr>
            <a:endParaRPr sz="1200">
              <a:solidFill>
                <a:srgbClr val="3F3F3F"/>
              </a:solidFill>
            </a:endParaRPr>
          </a:p>
          <a:p>
            <a:pPr marL="457200" marR="0" lvl="0" indent="-304800" algn="l" rtl="0">
              <a:spcBef>
                <a:spcPts val="0"/>
              </a:spcBef>
              <a:spcAft>
                <a:spcPts val="0"/>
              </a:spcAft>
              <a:buClr>
                <a:srgbClr val="3F3F3F"/>
              </a:buClr>
              <a:buSzPts val="1200"/>
              <a:buChar char="●"/>
            </a:pPr>
            <a:r>
              <a:rPr lang="en-US" sz="1200">
                <a:solidFill>
                  <a:srgbClr val="3F3F3F"/>
                </a:solidFill>
              </a:rPr>
              <a:t>Considered one encounter per patient to avoid data leakage</a:t>
            </a:r>
            <a:endParaRPr sz="1200">
              <a:solidFill>
                <a:srgbClr val="3F3F3F"/>
              </a:solidFill>
            </a:endParaRPr>
          </a:p>
          <a:p>
            <a:pPr marL="457200" marR="0" lvl="0" indent="0" algn="l" rtl="0">
              <a:spcBef>
                <a:spcPts val="0"/>
              </a:spcBef>
              <a:spcAft>
                <a:spcPts val="0"/>
              </a:spcAft>
              <a:buNone/>
            </a:pPr>
            <a:endParaRPr sz="1200">
              <a:solidFill>
                <a:srgbClr val="3F3F3F"/>
              </a:solidFill>
            </a:endParaRPr>
          </a:p>
          <a:p>
            <a:pPr marL="457200" marR="0" lvl="0" indent="-304800" algn="l" rtl="0">
              <a:spcBef>
                <a:spcPts val="0"/>
              </a:spcBef>
              <a:spcAft>
                <a:spcPts val="0"/>
              </a:spcAft>
              <a:buClr>
                <a:srgbClr val="3F3F3F"/>
              </a:buClr>
              <a:buSzPts val="1200"/>
              <a:buChar char="●"/>
            </a:pPr>
            <a:r>
              <a:rPr lang="en-US" sz="1200">
                <a:solidFill>
                  <a:srgbClr val="3F3F3F"/>
                </a:solidFill>
              </a:rPr>
              <a:t>Dropped features with significant missingness: weight (97%), and payer_code (40%)</a:t>
            </a:r>
            <a:endParaRPr sz="1200">
              <a:solidFill>
                <a:srgbClr val="3F3F3F"/>
              </a:solidFill>
            </a:endParaRPr>
          </a:p>
        </p:txBody>
      </p:sp>
      <p:sp>
        <p:nvSpPr>
          <p:cNvPr id="249" name="Google Shape;249;g3f723ec14bb_0_108"/>
          <p:cNvSpPr/>
          <p:nvPr/>
        </p:nvSpPr>
        <p:spPr>
          <a:xfrm>
            <a:off x="4439598" y="2741580"/>
            <a:ext cx="3411900" cy="2791800"/>
          </a:xfrm>
          <a:prstGeom prst="roundRect">
            <a:avLst>
              <a:gd name="adj" fmla="val 6084"/>
            </a:avLst>
          </a:prstGeom>
          <a:solidFill>
            <a:schemeClr val="lt1"/>
          </a:solidFill>
          <a:ln w="25400" cap="flat" cmpd="sng">
            <a:solidFill>
              <a:schemeClr val="accent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lt1"/>
              </a:solidFill>
              <a:latin typeface="Arial"/>
              <a:ea typeface="Arial"/>
              <a:cs typeface="Arial"/>
              <a:sym typeface="Arial"/>
            </a:endParaRPr>
          </a:p>
        </p:txBody>
      </p:sp>
      <p:sp>
        <p:nvSpPr>
          <p:cNvPr id="250" name="Google Shape;250;g3f723ec14bb_0_108"/>
          <p:cNvSpPr/>
          <p:nvPr/>
        </p:nvSpPr>
        <p:spPr>
          <a:xfrm>
            <a:off x="4439596" y="2664236"/>
            <a:ext cx="3415879" cy="581397"/>
          </a:xfrm>
          <a:custGeom>
            <a:avLst/>
            <a:gdLst/>
            <a:ahLst/>
            <a:cxnLst/>
            <a:rect l="l" t="t" r="r" b="b"/>
            <a:pathLst>
              <a:path w="1800200" h="581397" extrusionOk="0">
                <a:moveTo>
                  <a:pt x="109524" y="0"/>
                </a:moveTo>
                <a:lnTo>
                  <a:pt x="1690676" y="0"/>
                </a:lnTo>
                <a:cubicBezTo>
                  <a:pt x="1751164" y="0"/>
                  <a:pt x="1800200" y="49036"/>
                  <a:pt x="1800200" y="109524"/>
                </a:cubicBezTo>
                <a:lnTo>
                  <a:pt x="1800200" y="581397"/>
                </a:lnTo>
                <a:lnTo>
                  <a:pt x="0" y="581397"/>
                </a:lnTo>
                <a:lnTo>
                  <a:pt x="0" y="109524"/>
                </a:lnTo>
                <a:cubicBezTo>
                  <a:pt x="0" y="49036"/>
                  <a:pt x="49036" y="0"/>
                  <a:pt x="109524" y="0"/>
                </a:cubicBezTo>
                <a:close/>
              </a:path>
            </a:pathLst>
          </a:custGeom>
          <a:solidFill>
            <a:schemeClr val="accent2"/>
          </a:solidFill>
          <a:ln w="25400" cap="flat" cmpd="sng">
            <a:solidFill>
              <a:schemeClr val="accent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lt1"/>
              </a:solidFill>
              <a:latin typeface="Arial"/>
              <a:ea typeface="Arial"/>
              <a:cs typeface="Arial"/>
              <a:sym typeface="Arial"/>
            </a:endParaRPr>
          </a:p>
        </p:txBody>
      </p:sp>
      <p:sp>
        <p:nvSpPr>
          <p:cNvPr id="251" name="Google Shape;251;g3f723ec14bb_0_108"/>
          <p:cNvSpPr txBox="1"/>
          <p:nvPr/>
        </p:nvSpPr>
        <p:spPr>
          <a:xfrm>
            <a:off x="4539050" y="3307930"/>
            <a:ext cx="3160200" cy="1569900"/>
          </a:xfrm>
          <a:prstGeom prst="rect">
            <a:avLst/>
          </a:prstGeom>
          <a:noFill/>
          <a:ln>
            <a:noFill/>
          </a:ln>
        </p:spPr>
        <p:txBody>
          <a:bodyPr spcFirstLastPara="1" wrap="square" lIns="91425" tIns="45700" rIns="91425" bIns="45700" anchor="t" anchorCtr="0">
            <a:spAutoFit/>
          </a:bodyPr>
          <a:lstStyle/>
          <a:p>
            <a:pPr marL="457200" marR="0" lvl="0" indent="-304800" algn="l" rtl="0">
              <a:spcBef>
                <a:spcPts val="0"/>
              </a:spcBef>
              <a:spcAft>
                <a:spcPts val="0"/>
              </a:spcAft>
              <a:buClr>
                <a:srgbClr val="3F3F3F"/>
              </a:buClr>
              <a:buSzPts val="1200"/>
              <a:buFont typeface="Arial"/>
              <a:buChar char="●"/>
            </a:pPr>
            <a:r>
              <a:rPr lang="en-US" sz="1200">
                <a:solidFill>
                  <a:srgbClr val="3F3F3F"/>
                </a:solidFill>
              </a:rPr>
              <a:t>Original proposed target was for &lt;30 day readmission specifically</a:t>
            </a:r>
            <a:endParaRPr sz="1200">
              <a:solidFill>
                <a:srgbClr val="3F3F3F"/>
              </a:solidFill>
            </a:endParaRPr>
          </a:p>
          <a:p>
            <a:pPr marL="457200" marR="0" lvl="0" indent="0" algn="l" rtl="0">
              <a:spcBef>
                <a:spcPts val="0"/>
              </a:spcBef>
              <a:spcAft>
                <a:spcPts val="0"/>
              </a:spcAft>
              <a:buNone/>
            </a:pPr>
            <a:endParaRPr sz="1200">
              <a:solidFill>
                <a:srgbClr val="3F3F3F"/>
              </a:solidFill>
            </a:endParaRPr>
          </a:p>
          <a:p>
            <a:pPr marL="457200" marR="0" lvl="0" indent="-304800" algn="l" rtl="0">
              <a:spcBef>
                <a:spcPts val="0"/>
              </a:spcBef>
              <a:spcAft>
                <a:spcPts val="0"/>
              </a:spcAft>
              <a:buClr>
                <a:srgbClr val="3F3F3F"/>
              </a:buClr>
              <a:buSzPts val="1200"/>
              <a:buChar char="●"/>
            </a:pPr>
            <a:r>
              <a:rPr lang="en-US" sz="1200">
                <a:solidFill>
                  <a:srgbClr val="3F3F3F"/>
                </a:solidFill>
              </a:rPr>
              <a:t>Upon further review, class imbalance posed a significant risk to model performance</a:t>
            </a:r>
            <a:endParaRPr sz="1200">
              <a:solidFill>
                <a:srgbClr val="3F3F3F"/>
              </a:solidFill>
            </a:endParaRPr>
          </a:p>
          <a:p>
            <a:pPr marL="457200" marR="0" lvl="0" indent="0" algn="l" rtl="0">
              <a:spcBef>
                <a:spcPts val="0"/>
              </a:spcBef>
              <a:spcAft>
                <a:spcPts val="0"/>
              </a:spcAft>
              <a:buNone/>
            </a:pPr>
            <a:endParaRPr sz="1200">
              <a:solidFill>
                <a:srgbClr val="3F3F3F"/>
              </a:solidFill>
            </a:endParaRPr>
          </a:p>
          <a:p>
            <a:pPr marL="457200" marR="0" lvl="0" indent="-304800" algn="l" rtl="0">
              <a:spcBef>
                <a:spcPts val="0"/>
              </a:spcBef>
              <a:spcAft>
                <a:spcPts val="0"/>
              </a:spcAft>
              <a:buClr>
                <a:srgbClr val="3F3F3F"/>
              </a:buClr>
              <a:buSzPts val="1200"/>
              <a:buChar char="●"/>
            </a:pPr>
            <a:r>
              <a:rPr lang="en-US" sz="1200" b="1">
                <a:solidFill>
                  <a:srgbClr val="3F3F3F"/>
                </a:solidFill>
              </a:rPr>
              <a:t>Final target: readmitted = YES</a:t>
            </a:r>
            <a:endParaRPr sz="1200" b="1">
              <a:solidFill>
                <a:srgbClr val="3F3F3F"/>
              </a:solidFill>
            </a:endParaRPr>
          </a:p>
        </p:txBody>
      </p:sp>
      <p:sp>
        <p:nvSpPr>
          <p:cNvPr id="252" name="Google Shape;252;g3f723ec14bb_0_108"/>
          <p:cNvSpPr txBox="1"/>
          <p:nvPr/>
        </p:nvSpPr>
        <p:spPr>
          <a:xfrm>
            <a:off x="704402" y="2833824"/>
            <a:ext cx="2828400" cy="3387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b="1">
                <a:solidFill>
                  <a:schemeClr val="lt1"/>
                </a:solidFill>
              </a:rPr>
              <a:t>Cleaning Decisions</a:t>
            </a:r>
            <a:endParaRPr sz="1600" b="1">
              <a:solidFill>
                <a:schemeClr val="lt1"/>
              </a:solidFill>
              <a:latin typeface="Arial"/>
              <a:ea typeface="Arial"/>
              <a:cs typeface="Arial"/>
              <a:sym typeface="Arial"/>
            </a:endParaRPr>
          </a:p>
        </p:txBody>
      </p:sp>
      <p:sp>
        <p:nvSpPr>
          <p:cNvPr id="253" name="Google Shape;253;g3f723ec14bb_0_108"/>
          <p:cNvSpPr txBox="1"/>
          <p:nvPr/>
        </p:nvSpPr>
        <p:spPr>
          <a:xfrm>
            <a:off x="4731454" y="2807118"/>
            <a:ext cx="2828400" cy="3387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b="1">
                <a:solidFill>
                  <a:schemeClr val="lt1"/>
                </a:solidFill>
              </a:rPr>
              <a:t>Target Definition</a:t>
            </a:r>
            <a:endParaRPr sz="1600" b="1">
              <a:solidFill>
                <a:schemeClr val="lt1"/>
              </a:solidFill>
              <a:latin typeface="Arial"/>
              <a:ea typeface="Arial"/>
              <a:cs typeface="Arial"/>
              <a:sym typeface="Arial"/>
            </a:endParaRPr>
          </a:p>
        </p:txBody>
      </p:sp>
      <p:sp>
        <p:nvSpPr>
          <p:cNvPr id="254" name="Google Shape;254;g3f723ec14bb_0_108"/>
          <p:cNvSpPr/>
          <p:nvPr/>
        </p:nvSpPr>
        <p:spPr>
          <a:xfrm>
            <a:off x="1884213" y="1655480"/>
            <a:ext cx="497702" cy="487979"/>
          </a:xfrm>
          <a:custGeom>
            <a:avLst/>
            <a:gdLst/>
            <a:ahLst/>
            <a:cxnLst/>
            <a:rect l="l" t="t" r="r" b="b"/>
            <a:pathLst>
              <a:path w="3263621" h="3199863" extrusionOk="0">
                <a:moveTo>
                  <a:pt x="1896188" y="786599"/>
                </a:moveTo>
                <a:cubicBezTo>
                  <a:pt x="1878938" y="786251"/>
                  <a:pt x="1861335" y="789280"/>
                  <a:pt x="1844305" y="796082"/>
                </a:cubicBezTo>
                <a:cubicBezTo>
                  <a:pt x="1792333" y="816839"/>
                  <a:pt x="1760707" y="866742"/>
                  <a:pt x="1761231" y="919486"/>
                </a:cubicBezTo>
                <a:lnTo>
                  <a:pt x="1573886" y="1618665"/>
                </a:lnTo>
                <a:lnTo>
                  <a:pt x="1438574" y="1113672"/>
                </a:lnTo>
                <a:cubicBezTo>
                  <a:pt x="1424335" y="1060531"/>
                  <a:pt x="1379808" y="1023594"/>
                  <a:pt x="1328543" y="1016456"/>
                </a:cubicBezTo>
                <a:cubicBezTo>
                  <a:pt x="1320071" y="1015276"/>
                  <a:pt x="1311415" y="1014911"/>
                  <a:pt x="1302836" y="1018067"/>
                </a:cubicBezTo>
                <a:lnTo>
                  <a:pt x="1300556" y="1017667"/>
                </a:lnTo>
                <a:cubicBezTo>
                  <a:pt x="1298914" y="1017711"/>
                  <a:pt x="1297275" y="1017786"/>
                  <a:pt x="1295680" y="1018515"/>
                </a:cubicBezTo>
                <a:lnTo>
                  <a:pt x="1275904" y="1019755"/>
                </a:lnTo>
                <a:cubicBezTo>
                  <a:pt x="1273459" y="1020410"/>
                  <a:pt x="1271049" y="1021129"/>
                  <a:pt x="1269080" y="1023145"/>
                </a:cubicBezTo>
                <a:cubicBezTo>
                  <a:pt x="1229892" y="1033156"/>
                  <a:pt x="1196286" y="1061513"/>
                  <a:pt x="1180414" y="1102068"/>
                </a:cubicBezTo>
                <a:lnTo>
                  <a:pt x="902406" y="1812437"/>
                </a:lnTo>
                <a:lnTo>
                  <a:pt x="612897" y="1812437"/>
                </a:lnTo>
                <a:cubicBezTo>
                  <a:pt x="539543" y="1812437"/>
                  <a:pt x="480078" y="1871902"/>
                  <a:pt x="480078" y="1945256"/>
                </a:cubicBezTo>
                <a:cubicBezTo>
                  <a:pt x="480078" y="2018610"/>
                  <a:pt x="539543" y="2078075"/>
                  <a:pt x="612897" y="2078075"/>
                </a:cubicBezTo>
                <a:lnTo>
                  <a:pt x="966673" y="2078075"/>
                </a:lnTo>
                <a:cubicBezTo>
                  <a:pt x="1008666" y="2088839"/>
                  <a:pt x="1051924" y="2075535"/>
                  <a:pt x="1081835" y="2045978"/>
                </a:cubicBezTo>
                <a:cubicBezTo>
                  <a:pt x="1105846" y="2028294"/>
                  <a:pt x="1122213" y="2001701"/>
                  <a:pt x="1125659" y="1970866"/>
                </a:cubicBezTo>
                <a:lnTo>
                  <a:pt x="1284498" y="1565001"/>
                </a:lnTo>
                <a:lnTo>
                  <a:pt x="1443089" y="2156868"/>
                </a:lnTo>
                <a:cubicBezTo>
                  <a:pt x="1455914" y="2204733"/>
                  <a:pt x="1493311" y="2239452"/>
                  <a:pt x="1538593" y="2249086"/>
                </a:cubicBezTo>
                <a:lnTo>
                  <a:pt x="1542015" y="2250785"/>
                </a:lnTo>
                <a:cubicBezTo>
                  <a:pt x="1542604" y="2250943"/>
                  <a:pt x="1543193" y="2251097"/>
                  <a:pt x="1543870" y="2250902"/>
                </a:cubicBezTo>
                <a:cubicBezTo>
                  <a:pt x="1553422" y="2254514"/>
                  <a:pt x="1563610" y="2255524"/>
                  <a:pt x="1573886" y="2252783"/>
                </a:cubicBezTo>
                <a:cubicBezTo>
                  <a:pt x="1584162" y="2255524"/>
                  <a:pt x="1594351" y="2254515"/>
                  <a:pt x="1603903" y="2250901"/>
                </a:cubicBezTo>
                <a:lnTo>
                  <a:pt x="1605758" y="2250785"/>
                </a:lnTo>
                <a:cubicBezTo>
                  <a:pt x="1606974" y="2250459"/>
                  <a:pt x="1608181" y="2250118"/>
                  <a:pt x="1609178" y="2249086"/>
                </a:cubicBezTo>
                <a:cubicBezTo>
                  <a:pt x="1654461" y="2239453"/>
                  <a:pt x="1691859" y="2204734"/>
                  <a:pt x="1704684" y="2156868"/>
                </a:cubicBezTo>
                <a:lnTo>
                  <a:pt x="1921541" y="1347547"/>
                </a:lnTo>
                <a:lnTo>
                  <a:pt x="2181705" y="1998928"/>
                </a:lnTo>
                <a:cubicBezTo>
                  <a:pt x="2205326" y="2058070"/>
                  <a:pt x="2266689" y="2090865"/>
                  <a:pt x="2326593" y="2078075"/>
                </a:cubicBezTo>
                <a:lnTo>
                  <a:pt x="2671200" y="2078075"/>
                </a:lnTo>
                <a:cubicBezTo>
                  <a:pt x="2744554" y="2078075"/>
                  <a:pt x="2804019" y="2018610"/>
                  <a:pt x="2804019" y="1945256"/>
                </a:cubicBezTo>
                <a:cubicBezTo>
                  <a:pt x="2804019" y="1871902"/>
                  <a:pt x="2744554" y="1812437"/>
                  <a:pt x="2671200" y="1812437"/>
                </a:cubicBezTo>
                <a:lnTo>
                  <a:pt x="2393261" y="1812437"/>
                </a:lnTo>
                <a:lnTo>
                  <a:pt x="2016914" y="870162"/>
                </a:lnTo>
                <a:cubicBezTo>
                  <a:pt x="1996508" y="819071"/>
                  <a:pt x="1947937" y="787642"/>
                  <a:pt x="1896188" y="786599"/>
                </a:cubicBezTo>
                <a:close/>
                <a:moveTo>
                  <a:pt x="773454" y="106"/>
                </a:moveTo>
                <a:cubicBezTo>
                  <a:pt x="1097282" y="5742"/>
                  <a:pt x="1441967" y="238301"/>
                  <a:pt x="1631811" y="769863"/>
                </a:cubicBezTo>
                <a:cubicBezTo>
                  <a:pt x="2306811" y="-1120137"/>
                  <a:pt x="4939311" y="769863"/>
                  <a:pt x="1631811" y="3199863"/>
                </a:cubicBezTo>
                <a:cubicBezTo>
                  <a:pt x="-745455" y="1453301"/>
                  <a:pt x="-54107" y="-14297"/>
                  <a:pt x="773454" y="106"/>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lt1"/>
              </a:solidFill>
              <a:latin typeface="Arial"/>
              <a:ea typeface="Arial"/>
              <a:cs typeface="Arial"/>
              <a:sym typeface="Arial"/>
            </a:endParaRPr>
          </a:p>
        </p:txBody>
      </p:sp>
      <p:sp>
        <p:nvSpPr>
          <p:cNvPr id="255" name="Google Shape;255;g3f723ec14bb_0_108"/>
          <p:cNvSpPr/>
          <p:nvPr/>
        </p:nvSpPr>
        <p:spPr>
          <a:xfrm>
            <a:off x="5896601" y="1603483"/>
            <a:ext cx="497304" cy="485180"/>
          </a:xfrm>
          <a:custGeom>
            <a:avLst/>
            <a:gdLst/>
            <a:ahLst/>
            <a:cxnLst/>
            <a:rect l="l" t="t" r="r" b="b"/>
            <a:pathLst>
              <a:path w="3208412" h="3234532" extrusionOk="0">
                <a:moveTo>
                  <a:pt x="1561445" y="1065858"/>
                </a:moveTo>
                <a:cubicBezTo>
                  <a:pt x="1654998" y="1065858"/>
                  <a:pt x="1743610" y="1087015"/>
                  <a:pt x="1821879" y="1126644"/>
                </a:cubicBezTo>
                <a:lnTo>
                  <a:pt x="1611352" y="1337172"/>
                </a:lnTo>
                <a:cubicBezTo>
                  <a:pt x="1595200" y="1333388"/>
                  <a:pt x="1578468" y="1332141"/>
                  <a:pt x="1561445" y="1332141"/>
                </a:cubicBezTo>
                <a:cubicBezTo>
                  <a:pt x="1373145" y="1332141"/>
                  <a:pt x="1220499" y="1484787"/>
                  <a:pt x="1220499" y="1673087"/>
                </a:cubicBezTo>
                <a:cubicBezTo>
                  <a:pt x="1220499" y="1861387"/>
                  <a:pt x="1373145" y="2014033"/>
                  <a:pt x="1561445" y="2014033"/>
                </a:cubicBezTo>
                <a:cubicBezTo>
                  <a:pt x="1749745" y="2014033"/>
                  <a:pt x="1902391" y="1861387"/>
                  <a:pt x="1902391" y="1673087"/>
                </a:cubicBezTo>
                <a:cubicBezTo>
                  <a:pt x="1902391" y="1643675"/>
                  <a:pt x="1898667" y="1615133"/>
                  <a:pt x="1890450" y="1588219"/>
                </a:cubicBezTo>
                <a:lnTo>
                  <a:pt x="2093156" y="1385512"/>
                </a:lnTo>
                <a:cubicBezTo>
                  <a:pt x="2142229" y="1470075"/>
                  <a:pt x="2168674" y="1568493"/>
                  <a:pt x="2168674" y="1673087"/>
                </a:cubicBezTo>
                <a:cubicBezTo>
                  <a:pt x="2168674" y="2008450"/>
                  <a:pt x="1896808" y="2280316"/>
                  <a:pt x="1561445" y="2280316"/>
                </a:cubicBezTo>
                <a:cubicBezTo>
                  <a:pt x="1226082" y="2280316"/>
                  <a:pt x="954217" y="2008450"/>
                  <a:pt x="954217" y="1673087"/>
                </a:cubicBezTo>
                <a:cubicBezTo>
                  <a:pt x="954217" y="1337724"/>
                  <a:pt x="1226082" y="1065858"/>
                  <a:pt x="1561445" y="1065858"/>
                </a:cubicBezTo>
                <a:close/>
                <a:moveTo>
                  <a:pt x="1561445" y="580076"/>
                </a:moveTo>
                <a:cubicBezTo>
                  <a:pt x="1790175" y="580076"/>
                  <a:pt x="2002494" y="650333"/>
                  <a:pt x="2177834" y="770690"/>
                </a:cubicBezTo>
                <a:lnTo>
                  <a:pt x="1968030" y="980494"/>
                </a:lnTo>
                <a:cubicBezTo>
                  <a:pt x="1849962" y="907198"/>
                  <a:pt x="1710422" y="866794"/>
                  <a:pt x="1561445" y="866794"/>
                </a:cubicBezTo>
                <a:cubicBezTo>
                  <a:pt x="1116142" y="866794"/>
                  <a:pt x="755153" y="1227784"/>
                  <a:pt x="755153" y="1673087"/>
                </a:cubicBezTo>
                <a:cubicBezTo>
                  <a:pt x="755153" y="2118390"/>
                  <a:pt x="1116142" y="2479380"/>
                  <a:pt x="1561445" y="2479380"/>
                </a:cubicBezTo>
                <a:cubicBezTo>
                  <a:pt x="2006748" y="2479380"/>
                  <a:pt x="2367738" y="2118390"/>
                  <a:pt x="2367738" y="1673087"/>
                </a:cubicBezTo>
                <a:cubicBezTo>
                  <a:pt x="2367738" y="1513043"/>
                  <a:pt x="2321108" y="1363890"/>
                  <a:pt x="2239307" y="1239362"/>
                </a:cubicBezTo>
                <a:lnTo>
                  <a:pt x="2445928" y="1032741"/>
                </a:lnTo>
                <a:cubicBezTo>
                  <a:pt x="2577451" y="1212149"/>
                  <a:pt x="2654457" y="1433625"/>
                  <a:pt x="2654457" y="1673087"/>
                </a:cubicBezTo>
                <a:cubicBezTo>
                  <a:pt x="2654457" y="2276741"/>
                  <a:pt x="2165099" y="2766099"/>
                  <a:pt x="1561445" y="2766099"/>
                </a:cubicBezTo>
                <a:cubicBezTo>
                  <a:pt x="957792" y="2766099"/>
                  <a:pt x="468434" y="2276741"/>
                  <a:pt x="468434" y="1673087"/>
                </a:cubicBezTo>
                <a:cubicBezTo>
                  <a:pt x="468434" y="1069433"/>
                  <a:pt x="957792" y="580076"/>
                  <a:pt x="1561445" y="580076"/>
                </a:cubicBezTo>
                <a:close/>
                <a:moveTo>
                  <a:pt x="1561445" y="111642"/>
                </a:moveTo>
                <a:cubicBezTo>
                  <a:pt x="1890473" y="111642"/>
                  <a:pt x="2195731" y="213411"/>
                  <a:pt x="2447076" y="387744"/>
                </a:cubicBezTo>
                <a:lnTo>
                  <a:pt x="2453780" y="494744"/>
                </a:lnTo>
                <a:lnTo>
                  <a:pt x="2309436" y="639088"/>
                </a:lnTo>
                <a:cubicBezTo>
                  <a:pt x="2099826" y="485554"/>
                  <a:pt x="1841132" y="395669"/>
                  <a:pt x="1561445" y="395669"/>
                </a:cubicBezTo>
                <a:cubicBezTo>
                  <a:pt x="855947" y="395669"/>
                  <a:pt x="284027" y="967589"/>
                  <a:pt x="284027" y="1673087"/>
                </a:cubicBezTo>
                <a:cubicBezTo>
                  <a:pt x="284027" y="2378585"/>
                  <a:pt x="855947" y="2950505"/>
                  <a:pt x="1561445" y="2950505"/>
                </a:cubicBezTo>
                <a:cubicBezTo>
                  <a:pt x="2266943" y="2950505"/>
                  <a:pt x="2838863" y="2378585"/>
                  <a:pt x="2838863" y="1673087"/>
                </a:cubicBezTo>
                <a:cubicBezTo>
                  <a:pt x="2838863" y="1382650"/>
                  <a:pt x="2741936" y="1114852"/>
                  <a:pt x="2577529" y="901139"/>
                </a:cubicBezTo>
                <a:lnTo>
                  <a:pt x="2706681" y="771988"/>
                </a:lnTo>
                <a:lnTo>
                  <a:pt x="2841540" y="780437"/>
                </a:lnTo>
                <a:cubicBezTo>
                  <a:pt x="3019168" y="1032973"/>
                  <a:pt x="3122890" y="1340917"/>
                  <a:pt x="3122890" y="1673087"/>
                </a:cubicBezTo>
                <a:cubicBezTo>
                  <a:pt x="3122890" y="2535449"/>
                  <a:pt x="2423807" y="3234532"/>
                  <a:pt x="1561445" y="3234532"/>
                </a:cubicBezTo>
                <a:cubicBezTo>
                  <a:pt x="699083" y="3234532"/>
                  <a:pt x="0" y="2535449"/>
                  <a:pt x="0" y="1673087"/>
                </a:cubicBezTo>
                <a:cubicBezTo>
                  <a:pt x="0" y="810725"/>
                  <a:pt x="699083" y="111642"/>
                  <a:pt x="1561445" y="111642"/>
                </a:cubicBezTo>
                <a:close/>
                <a:moveTo>
                  <a:pt x="2909110" y="0"/>
                </a:moveTo>
                <a:lnTo>
                  <a:pt x="2926757" y="281655"/>
                </a:lnTo>
                <a:lnTo>
                  <a:pt x="3208412" y="299301"/>
                </a:lnTo>
                <a:lnTo>
                  <a:pt x="2863230" y="644483"/>
                </a:lnTo>
                <a:lnTo>
                  <a:pt x="2685547" y="633351"/>
                </a:lnTo>
                <a:lnTo>
                  <a:pt x="1718098" y="1600799"/>
                </a:lnTo>
                <a:cubicBezTo>
                  <a:pt x="1729236" y="1622491"/>
                  <a:pt x="1734939" y="1647123"/>
                  <a:pt x="1734939" y="1673087"/>
                </a:cubicBezTo>
                <a:cubicBezTo>
                  <a:pt x="1734939" y="1768905"/>
                  <a:pt x="1657263" y="1846581"/>
                  <a:pt x="1561445" y="1846581"/>
                </a:cubicBezTo>
                <a:cubicBezTo>
                  <a:pt x="1465627" y="1846581"/>
                  <a:pt x="1387951" y="1768905"/>
                  <a:pt x="1387951" y="1673087"/>
                </a:cubicBezTo>
                <a:cubicBezTo>
                  <a:pt x="1387951" y="1577269"/>
                  <a:pt x="1465627" y="1499593"/>
                  <a:pt x="1561445" y="1499593"/>
                </a:cubicBezTo>
                <a:lnTo>
                  <a:pt x="1591006" y="1505561"/>
                </a:lnTo>
                <a:lnTo>
                  <a:pt x="2574981" y="521587"/>
                </a:lnTo>
                <a:lnTo>
                  <a:pt x="2563928" y="345182"/>
                </a:lnTo>
                <a:close/>
              </a:path>
            </a:pathLst>
          </a:cu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dk1"/>
              </a:solidFill>
              <a:latin typeface="Arial"/>
              <a:ea typeface="Arial"/>
              <a:cs typeface="Arial"/>
              <a:sym typeface="Arial"/>
            </a:endParaRPr>
          </a:p>
        </p:txBody>
      </p:sp>
      <p:pic>
        <p:nvPicPr>
          <p:cNvPr id="256" name="Google Shape;256;g3f723ec14bb_0_108" title="Points scored"/>
          <p:cNvPicPr preferRelativeResize="0"/>
          <p:nvPr/>
        </p:nvPicPr>
        <p:blipFill>
          <a:blip r:embed="rId3">
            <a:alphaModFix/>
          </a:blip>
          <a:stretch>
            <a:fillRect/>
          </a:stretch>
        </p:blipFill>
        <p:spPr>
          <a:xfrm>
            <a:off x="8125300" y="2088654"/>
            <a:ext cx="3691200" cy="3839348"/>
          </a:xfrm>
          <a:prstGeom prst="rect">
            <a:avLst/>
          </a:prstGeom>
          <a:noFill/>
          <a:ln>
            <a:noFill/>
          </a:ln>
        </p:spPr>
      </p:pic>
      <p:sp>
        <p:nvSpPr>
          <p:cNvPr id="257" name="Google Shape;257;g3f723ec14bb_0_108"/>
          <p:cNvSpPr txBox="1">
            <a:spLocks noGrp="1"/>
          </p:cNvSpPr>
          <p:nvPr>
            <p:ph type="sldNum" idx="12"/>
          </p:nvPr>
        </p:nvSpPr>
        <p:spPr>
          <a:xfrm>
            <a:off x="11409045" y="6333134"/>
            <a:ext cx="731700" cy="5250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sp>
        <p:nvSpPr>
          <p:cNvPr id="262" name="Google Shape;262;g3f723ec14bb_0_153"/>
          <p:cNvSpPr txBox="1">
            <a:spLocks noGrp="1"/>
          </p:cNvSpPr>
          <p:nvPr>
            <p:ph type="body" idx="1"/>
          </p:nvPr>
        </p:nvSpPr>
        <p:spPr>
          <a:xfrm>
            <a:off x="323529" y="145548"/>
            <a:ext cx="11573100" cy="724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262626"/>
              </a:buClr>
              <a:buSzPts val="5400"/>
              <a:buNone/>
            </a:pPr>
            <a:r>
              <a:rPr lang="en-US"/>
              <a:t>Feature Engineering</a:t>
            </a:r>
            <a:endParaRPr/>
          </a:p>
        </p:txBody>
      </p:sp>
      <p:sp>
        <p:nvSpPr>
          <p:cNvPr id="263" name="Google Shape;263;g3f723ec14bb_0_153"/>
          <p:cNvSpPr txBox="1"/>
          <p:nvPr/>
        </p:nvSpPr>
        <p:spPr>
          <a:xfrm>
            <a:off x="2380917" y="2043025"/>
            <a:ext cx="1740900" cy="400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chemeClr val="accent4"/>
                </a:solidFill>
              </a:rPr>
              <a:t>Diagnosis</a:t>
            </a:r>
            <a:endParaRPr/>
          </a:p>
        </p:txBody>
      </p:sp>
      <p:sp>
        <p:nvSpPr>
          <p:cNvPr id="264" name="Google Shape;264;g3f723ec14bb_0_153"/>
          <p:cNvSpPr txBox="1"/>
          <p:nvPr/>
        </p:nvSpPr>
        <p:spPr>
          <a:xfrm>
            <a:off x="2380917" y="3228890"/>
            <a:ext cx="1740900" cy="400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chemeClr val="accent3"/>
                </a:solidFill>
              </a:rPr>
              <a:t>Specialty</a:t>
            </a:r>
            <a:endParaRPr/>
          </a:p>
        </p:txBody>
      </p:sp>
      <p:sp>
        <p:nvSpPr>
          <p:cNvPr id="265" name="Google Shape;265;g3f723ec14bb_0_153"/>
          <p:cNvSpPr txBox="1"/>
          <p:nvPr/>
        </p:nvSpPr>
        <p:spPr>
          <a:xfrm>
            <a:off x="2380917" y="4302780"/>
            <a:ext cx="1740900" cy="400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chemeClr val="accent2"/>
                </a:solidFill>
              </a:rPr>
              <a:t>Age</a:t>
            </a:r>
            <a:endParaRPr/>
          </a:p>
        </p:txBody>
      </p:sp>
      <p:sp>
        <p:nvSpPr>
          <p:cNvPr id="266" name="Google Shape;266;g3f723ec14bb_0_153"/>
          <p:cNvSpPr txBox="1"/>
          <p:nvPr/>
        </p:nvSpPr>
        <p:spPr>
          <a:xfrm>
            <a:off x="2380917" y="5432696"/>
            <a:ext cx="1740900" cy="400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chemeClr val="accent1"/>
                </a:solidFill>
              </a:rPr>
              <a:t>Race</a:t>
            </a:r>
            <a:endParaRPr/>
          </a:p>
        </p:txBody>
      </p:sp>
      <p:sp>
        <p:nvSpPr>
          <p:cNvPr id="267" name="Google Shape;267;g3f723ec14bb_0_153"/>
          <p:cNvSpPr/>
          <p:nvPr/>
        </p:nvSpPr>
        <p:spPr>
          <a:xfrm>
            <a:off x="1652320" y="1925907"/>
            <a:ext cx="634200" cy="634200"/>
          </a:xfrm>
          <a:prstGeom prst="ellipse">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700">
                <a:solidFill>
                  <a:schemeClr val="lt1"/>
                </a:solidFill>
              </a:rPr>
              <a:t>1</a:t>
            </a:r>
            <a:endParaRPr sz="2700">
              <a:solidFill>
                <a:schemeClr val="lt1"/>
              </a:solidFill>
              <a:latin typeface="Arial"/>
              <a:ea typeface="Arial"/>
              <a:cs typeface="Arial"/>
              <a:sym typeface="Arial"/>
            </a:endParaRPr>
          </a:p>
        </p:txBody>
      </p:sp>
      <p:sp>
        <p:nvSpPr>
          <p:cNvPr id="268" name="Google Shape;268;g3f723ec14bb_0_153"/>
          <p:cNvSpPr/>
          <p:nvPr/>
        </p:nvSpPr>
        <p:spPr>
          <a:xfrm>
            <a:off x="4006747" y="1986463"/>
            <a:ext cx="400200" cy="513300"/>
          </a:xfrm>
          <a:prstGeom prst="chevron">
            <a:avLst>
              <a:gd name="adj" fmla="val 50000"/>
            </a:avLst>
          </a:prstGeom>
          <a:solidFill>
            <a:srgbClr val="D8D8D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dk1"/>
              </a:solidFill>
              <a:latin typeface="Arial"/>
              <a:ea typeface="Arial"/>
              <a:cs typeface="Arial"/>
              <a:sym typeface="Arial"/>
            </a:endParaRPr>
          </a:p>
        </p:txBody>
      </p:sp>
      <p:sp>
        <p:nvSpPr>
          <p:cNvPr id="269" name="Google Shape;269;g3f723ec14bb_0_153"/>
          <p:cNvSpPr txBox="1"/>
          <p:nvPr/>
        </p:nvSpPr>
        <p:spPr>
          <a:xfrm>
            <a:off x="4748651" y="2017646"/>
            <a:ext cx="5717700" cy="4617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1">
                <a:solidFill>
                  <a:srgbClr val="3F3F3F"/>
                </a:solidFill>
              </a:rPr>
              <a:t>Grouped raw diagnostic categories (717 total) into 9 clinical categories with one-hot encoding</a:t>
            </a:r>
            <a:endParaRPr sz="1200" b="1">
              <a:solidFill>
                <a:srgbClr val="3F3F3F"/>
              </a:solidFill>
            </a:endParaRPr>
          </a:p>
        </p:txBody>
      </p:sp>
      <p:sp>
        <p:nvSpPr>
          <p:cNvPr id="270" name="Google Shape;270;g3f723ec14bb_0_153"/>
          <p:cNvSpPr/>
          <p:nvPr/>
        </p:nvSpPr>
        <p:spPr>
          <a:xfrm>
            <a:off x="1652320" y="3055838"/>
            <a:ext cx="634200" cy="634200"/>
          </a:xfrm>
          <a:prstGeom prst="ellipse">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700">
                <a:solidFill>
                  <a:schemeClr val="lt1"/>
                </a:solidFill>
              </a:rPr>
              <a:t>2</a:t>
            </a:r>
            <a:endParaRPr sz="2700">
              <a:solidFill>
                <a:schemeClr val="lt1"/>
              </a:solidFill>
              <a:latin typeface="Arial"/>
              <a:ea typeface="Arial"/>
              <a:cs typeface="Arial"/>
              <a:sym typeface="Arial"/>
            </a:endParaRPr>
          </a:p>
        </p:txBody>
      </p:sp>
      <p:sp>
        <p:nvSpPr>
          <p:cNvPr id="271" name="Google Shape;271;g3f723ec14bb_0_153"/>
          <p:cNvSpPr/>
          <p:nvPr/>
        </p:nvSpPr>
        <p:spPr>
          <a:xfrm>
            <a:off x="4006747" y="3116394"/>
            <a:ext cx="400200" cy="513300"/>
          </a:xfrm>
          <a:prstGeom prst="chevron">
            <a:avLst>
              <a:gd name="adj" fmla="val 50000"/>
            </a:avLst>
          </a:prstGeom>
          <a:solidFill>
            <a:srgbClr val="D8D8D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dk1"/>
              </a:solidFill>
              <a:latin typeface="Arial"/>
              <a:ea typeface="Arial"/>
              <a:cs typeface="Arial"/>
              <a:sym typeface="Arial"/>
            </a:endParaRPr>
          </a:p>
        </p:txBody>
      </p:sp>
      <p:sp>
        <p:nvSpPr>
          <p:cNvPr id="272" name="Google Shape;272;g3f723ec14bb_0_153"/>
          <p:cNvSpPr txBox="1"/>
          <p:nvPr/>
        </p:nvSpPr>
        <p:spPr>
          <a:xfrm>
            <a:off x="4748675" y="3243350"/>
            <a:ext cx="6199800" cy="2769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1">
                <a:solidFill>
                  <a:srgbClr val="3F3F3F"/>
                </a:solidFill>
              </a:rPr>
              <a:t>Took top 1% of practitioner specialties (10) and grouped the rest as “Other” (63)</a:t>
            </a:r>
            <a:endParaRPr sz="1200" b="1">
              <a:solidFill>
                <a:srgbClr val="3F3F3F"/>
              </a:solidFill>
            </a:endParaRPr>
          </a:p>
        </p:txBody>
      </p:sp>
      <p:sp>
        <p:nvSpPr>
          <p:cNvPr id="273" name="Google Shape;273;g3f723ec14bb_0_153"/>
          <p:cNvSpPr/>
          <p:nvPr/>
        </p:nvSpPr>
        <p:spPr>
          <a:xfrm>
            <a:off x="1652320" y="4185769"/>
            <a:ext cx="634200" cy="634200"/>
          </a:xfrm>
          <a:prstGeom prst="ellipse">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700">
                <a:solidFill>
                  <a:schemeClr val="lt1"/>
                </a:solidFill>
              </a:rPr>
              <a:t>3</a:t>
            </a:r>
            <a:endParaRPr sz="2700">
              <a:solidFill>
                <a:schemeClr val="lt1"/>
              </a:solidFill>
              <a:latin typeface="Arial"/>
              <a:ea typeface="Arial"/>
              <a:cs typeface="Arial"/>
              <a:sym typeface="Arial"/>
            </a:endParaRPr>
          </a:p>
        </p:txBody>
      </p:sp>
      <p:sp>
        <p:nvSpPr>
          <p:cNvPr id="274" name="Google Shape;274;g3f723ec14bb_0_153"/>
          <p:cNvSpPr/>
          <p:nvPr/>
        </p:nvSpPr>
        <p:spPr>
          <a:xfrm>
            <a:off x="4006747" y="4246325"/>
            <a:ext cx="400200" cy="513300"/>
          </a:xfrm>
          <a:prstGeom prst="chevron">
            <a:avLst>
              <a:gd name="adj" fmla="val 50000"/>
            </a:avLst>
          </a:prstGeom>
          <a:solidFill>
            <a:srgbClr val="D8D8D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dk1"/>
              </a:solidFill>
              <a:latin typeface="Arial"/>
              <a:ea typeface="Arial"/>
              <a:cs typeface="Arial"/>
              <a:sym typeface="Arial"/>
            </a:endParaRPr>
          </a:p>
        </p:txBody>
      </p:sp>
      <p:sp>
        <p:nvSpPr>
          <p:cNvPr id="275" name="Google Shape;275;g3f723ec14bb_0_153"/>
          <p:cNvSpPr txBox="1"/>
          <p:nvPr/>
        </p:nvSpPr>
        <p:spPr>
          <a:xfrm>
            <a:off x="4748651" y="4316478"/>
            <a:ext cx="5717700" cy="4617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1">
                <a:solidFill>
                  <a:srgbClr val="3F3F3F"/>
                </a:solidFill>
              </a:rPr>
              <a:t>Created ordinal bins 0 through 9 of patient age to minimize impact of outliers and preserve natural order </a:t>
            </a:r>
            <a:endParaRPr sz="1200" b="1">
              <a:solidFill>
                <a:srgbClr val="3F3F3F"/>
              </a:solidFill>
            </a:endParaRPr>
          </a:p>
        </p:txBody>
      </p:sp>
      <p:sp>
        <p:nvSpPr>
          <p:cNvPr id="276" name="Google Shape;276;g3f723ec14bb_0_153"/>
          <p:cNvSpPr/>
          <p:nvPr/>
        </p:nvSpPr>
        <p:spPr>
          <a:xfrm>
            <a:off x="1652320" y="5315701"/>
            <a:ext cx="634200" cy="634200"/>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700">
                <a:solidFill>
                  <a:schemeClr val="lt1"/>
                </a:solidFill>
              </a:rPr>
              <a:t>4</a:t>
            </a:r>
            <a:endParaRPr sz="2700">
              <a:solidFill>
                <a:schemeClr val="lt1"/>
              </a:solidFill>
              <a:latin typeface="Arial"/>
              <a:ea typeface="Arial"/>
              <a:cs typeface="Arial"/>
              <a:sym typeface="Arial"/>
            </a:endParaRPr>
          </a:p>
        </p:txBody>
      </p:sp>
      <p:sp>
        <p:nvSpPr>
          <p:cNvPr id="277" name="Google Shape;277;g3f723ec14bb_0_153"/>
          <p:cNvSpPr/>
          <p:nvPr/>
        </p:nvSpPr>
        <p:spPr>
          <a:xfrm>
            <a:off x="4006747" y="5376257"/>
            <a:ext cx="400200" cy="513300"/>
          </a:xfrm>
          <a:prstGeom prst="chevron">
            <a:avLst>
              <a:gd name="adj" fmla="val 50000"/>
            </a:avLst>
          </a:prstGeom>
          <a:solidFill>
            <a:srgbClr val="D8D8D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dk1"/>
              </a:solidFill>
              <a:latin typeface="Arial"/>
              <a:ea typeface="Arial"/>
              <a:cs typeface="Arial"/>
              <a:sym typeface="Arial"/>
            </a:endParaRPr>
          </a:p>
        </p:txBody>
      </p:sp>
      <p:sp>
        <p:nvSpPr>
          <p:cNvPr id="278" name="Google Shape;278;g3f723ec14bb_0_153"/>
          <p:cNvSpPr txBox="1"/>
          <p:nvPr/>
        </p:nvSpPr>
        <p:spPr>
          <a:xfrm>
            <a:off x="4748651" y="5478655"/>
            <a:ext cx="5717700" cy="2769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1">
                <a:solidFill>
                  <a:srgbClr val="3F3F3F"/>
                </a:solidFill>
              </a:rPr>
              <a:t>Converted patient race to binary: Caucasian (75%) vs Other (25%)</a:t>
            </a:r>
            <a:endParaRPr sz="1200" b="1">
              <a:solidFill>
                <a:srgbClr val="3F3F3F"/>
              </a:solidFill>
            </a:endParaRPr>
          </a:p>
        </p:txBody>
      </p:sp>
      <p:sp>
        <p:nvSpPr>
          <p:cNvPr id="279" name="Google Shape;279;g3f723ec14bb_0_153"/>
          <p:cNvSpPr txBox="1">
            <a:spLocks noGrp="1"/>
          </p:cNvSpPr>
          <p:nvPr>
            <p:ph type="sldNum" idx="12"/>
          </p:nvPr>
        </p:nvSpPr>
        <p:spPr>
          <a:xfrm>
            <a:off x="11409045" y="6333134"/>
            <a:ext cx="731700" cy="5250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sp>
        <p:nvSpPr>
          <p:cNvPr id="284" name="Google Shape;284;g3f723ec14bb_0_193"/>
          <p:cNvSpPr/>
          <p:nvPr/>
        </p:nvSpPr>
        <p:spPr>
          <a:xfrm>
            <a:off x="8200810" y="2243064"/>
            <a:ext cx="3411900" cy="3797700"/>
          </a:xfrm>
          <a:prstGeom prst="roundRect">
            <a:avLst>
              <a:gd name="adj" fmla="val 6084"/>
            </a:avLst>
          </a:prstGeom>
          <a:solidFill>
            <a:schemeClr val="lt1"/>
          </a:solidFill>
          <a:ln w="25400" cap="flat" cmpd="sng">
            <a:solidFill>
              <a:schemeClr val="accent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lt1"/>
              </a:solidFill>
              <a:latin typeface="Arial"/>
              <a:ea typeface="Arial"/>
              <a:cs typeface="Arial"/>
              <a:sym typeface="Arial"/>
            </a:endParaRPr>
          </a:p>
        </p:txBody>
      </p:sp>
      <p:sp>
        <p:nvSpPr>
          <p:cNvPr id="285" name="Google Shape;285;g3f723ec14bb_0_193"/>
          <p:cNvSpPr/>
          <p:nvPr/>
        </p:nvSpPr>
        <p:spPr>
          <a:xfrm>
            <a:off x="8200804" y="2160399"/>
            <a:ext cx="3415880" cy="581397"/>
          </a:xfrm>
          <a:custGeom>
            <a:avLst/>
            <a:gdLst/>
            <a:ahLst/>
            <a:cxnLst/>
            <a:rect l="l" t="t" r="r" b="b"/>
            <a:pathLst>
              <a:path w="1800200" h="581397" extrusionOk="0">
                <a:moveTo>
                  <a:pt x="109524" y="0"/>
                </a:moveTo>
                <a:lnTo>
                  <a:pt x="1690676" y="0"/>
                </a:lnTo>
                <a:cubicBezTo>
                  <a:pt x="1751164" y="0"/>
                  <a:pt x="1800200" y="49036"/>
                  <a:pt x="1800200" y="109524"/>
                </a:cubicBezTo>
                <a:lnTo>
                  <a:pt x="1800200" y="581397"/>
                </a:lnTo>
                <a:lnTo>
                  <a:pt x="0" y="581397"/>
                </a:lnTo>
                <a:lnTo>
                  <a:pt x="0" y="109524"/>
                </a:lnTo>
                <a:cubicBezTo>
                  <a:pt x="0" y="49036"/>
                  <a:pt x="49036" y="0"/>
                  <a:pt x="109524" y="0"/>
                </a:cubicBezTo>
                <a:close/>
              </a:path>
            </a:pathLst>
          </a:custGeom>
          <a:solidFill>
            <a:schemeClr val="accent2"/>
          </a:solidFill>
          <a:ln w="25400" cap="flat" cmpd="sng">
            <a:solidFill>
              <a:schemeClr val="accent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lt1"/>
              </a:solidFill>
              <a:latin typeface="Arial"/>
              <a:ea typeface="Arial"/>
              <a:cs typeface="Arial"/>
              <a:sym typeface="Arial"/>
            </a:endParaRPr>
          </a:p>
        </p:txBody>
      </p:sp>
      <p:sp>
        <p:nvSpPr>
          <p:cNvPr id="286" name="Google Shape;286;g3f723ec14bb_0_193"/>
          <p:cNvSpPr/>
          <p:nvPr/>
        </p:nvSpPr>
        <p:spPr>
          <a:xfrm>
            <a:off x="4402135" y="2243064"/>
            <a:ext cx="3411900" cy="3797700"/>
          </a:xfrm>
          <a:prstGeom prst="roundRect">
            <a:avLst>
              <a:gd name="adj" fmla="val 6084"/>
            </a:avLst>
          </a:prstGeom>
          <a:solidFill>
            <a:schemeClr val="lt1"/>
          </a:solidFill>
          <a:ln w="25400" cap="flat" cmpd="sng">
            <a:solidFill>
              <a:schemeClr val="accent4"/>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lt1"/>
              </a:solidFill>
              <a:latin typeface="Arial"/>
              <a:ea typeface="Arial"/>
              <a:cs typeface="Arial"/>
              <a:sym typeface="Arial"/>
            </a:endParaRPr>
          </a:p>
        </p:txBody>
      </p:sp>
      <p:sp>
        <p:nvSpPr>
          <p:cNvPr id="287" name="Google Shape;287;g3f723ec14bb_0_193"/>
          <p:cNvSpPr/>
          <p:nvPr/>
        </p:nvSpPr>
        <p:spPr>
          <a:xfrm>
            <a:off x="4402129" y="2160399"/>
            <a:ext cx="3415879" cy="581397"/>
          </a:xfrm>
          <a:custGeom>
            <a:avLst/>
            <a:gdLst/>
            <a:ahLst/>
            <a:cxnLst/>
            <a:rect l="l" t="t" r="r" b="b"/>
            <a:pathLst>
              <a:path w="1800200" h="581397" extrusionOk="0">
                <a:moveTo>
                  <a:pt x="109524" y="0"/>
                </a:moveTo>
                <a:lnTo>
                  <a:pt x="1690676" y="0"/>
                </a:lnTo>
                <a:cubicBezTo>
                  <a:pt x="1751164" y="0"/>
                  <a:pt x="1800200" y="49036"/>
                  <a:pt x="1800200" y="109524"/>
                </a:cubicBezTo>
                <a:lnTo>
                  <a:pt x="1800200" y="581397"/>
                </a:lnTo>
                <a:lnTo>
                  <a:pt x="0" y="581397"/>
                </a:lnTo>
                <a:lnTo>
                  <a:pt x="0" y="109524"/>
                </a:lnTo>
                <a:cubicBezTo>
                  <a:pt x="0" y="49036"/>
                  <a:pt x="49036" y="0"/>
                  <a:pt x="109524" y="0"/>
                </a:cubicBezTo>
                <a:close/>
              </a:path>
            </a:pathLst>
          </a:custGeom>
          <a:solidFill>
            <a:schemeClr val="accent4"/>
          </a:solidFill>
          <a:ln w="25400" cap="flat" cmpd="sng">
            <a:solidFill>
              <a:schemeClr val="accent4"/>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lt1"/>
              </a:solidFill>
              <a:latin typeface="Arial"/>
              <a:ea typeface="Arial"/>
              <a:cs typeface="Arial"/>
              <a:sym typeface="Arial"/>
            </a:endParaRPr>
          </a:p>
        </p:txBody>
      </p:sp>
      <p:sp>
        <p:nvSpPr>
          <p:cNvPr id="288" name="Google Shape;288;g3f723ec14bb_0_193"/>
          <p:cNvSpPr txBox="1"/>
          <p:nvPr/>
        </p:nvSpPr>
        <p:spPr>
          <a:xfrm>
            <a:off x="4693987" y="2308612"/>
            <a:ext cx="2828400" cy="3387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b="1">
                <a:solidFill>
                  <a:schemeClr val="lt1"/>
                </a:solidFill>
              </a:rPr>
              <a:t>Performance</a:t>
            </a:r>
            <a:endParaRPr sz="1600" b="1">
              <a:solidFill>
                <a:schemeClr val="lt1"/>
              </a:solidFill>
              <a:latin typeface="Arial"/>
              <a:ea typeface="Arial"/>
              <a:cs typeface="Arial"/>
              <a:sym typeface="Arial"/>
            </a:endParaRPr>
          </a:p>
        </p:txBody>
      </p:sp>
      <p:sp>
        <p:nvSpPr>
          <p:cNvPr id="289" name="Google Shape;289;g3f723ec14bb_0_193"/>
          <p:cNvSpPr txBox="1">
            <a:spLocks noGrp="1"/>
          </p:cNvSpPr>
          <p:nvPr>
            <p:ph type="body" idx="1"/>
          </p:nvPr>
        </p:nvSpPr>
        <p:spPr>
          <a:xfrm>
            <a:off x="323529" y="145548"/>
            <a:ext cx="11573100" cy="724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262626"/>
              </a:buClr>
              <a:buSzPts val="5400"/>
              <a:buNone/>
            </a:pPr>
            <a:r>
              <a:rPr lang="en-US"/>
              <a:t>Baseline Model</a:t>
            </a:r>
            <a:endParaRPr/>
          </a:p>
        </p:txBody>
      </p:sp>
      <p:sp>
        <p:nvSpPr>
          <p:cNvPr id="290" name="Google Shape;290;g3f723ec14bb_0_193"/>
          <p:cNvSpPr/>
          <p:nvPr/>
        </p:nvSpPr>
        <p:spPr>
          <a:xfrm>
            <a:off x="599483" y="2243064"/>
            <a:ext cx="3411900" cy="3797700"/>
          </a:xfrm>
          <a:prstGeom prst="roundRect">
            <a:avLst>
              <a:gd name="adj" fmla="val 6084"/>
            </a:avLst>
          </a:prstGeom>
          <a:solidFill>
            <a:schemeClr val="lt1"/>
          </a:solidFill>
          <a:ln w="25400" cap="flat" cmpd="sng">
            <a:solidFill>
              <a:schemeClr val="accen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lt1"/>
              </a:solidFill>
              <a:latin typeface="Arial"/>
              <a:ea typeface="Arial"/>
              <a:cs typeface="Arial"/>
              <a:sym typeface="Arial"/>
            </a:endParaRPr>
          </a:p>
        </p:txBody>
      </p:sp>
      <p:sp>
        <p:nvSpPr>
          <p:cNvPr id="291" name="Google Shape;291;g3f723ec14bb_0_193"/>
          <p:cNvSpPr/>
          <p:nvPr/>
        </p:nvSpPr>
        <p:spPr>
          <a:xfrm>
            <a:off x="599477" y="2160399"/>
            <a:ext cx="3415880" cy="581397"/>
          </a:xfrm>
          <a:custGeom>
            <a:avLst/>
            <a:gdLst/>
            <a:ahLst/>
            <a:cxnLst/>
            <a:rect l="l" t="t" r="r" b="b"/>
            <a:pathLst>
              <a:path w="1800200" h="581397" extrusionOk="0">
                <a:moveTo>
                  <a:pt x="109524" y="0"/>
                </a:moveTo>
                <a:lnTo>
                  <a:pt x="1690676" y="0"/>
                </a:lnTo>
                <a:cubicBezTo>
                  <a:pt x="1751164" y="0"/>
                  <a:pt x="1800200" y="49036"/>
                  <a:pt x="1800200" y="109524"/>
                </a:cubicBezTo>
                <a:lnTo>
                  <a:pt x="1800200" y="581397"/>
                </a:lnTo>
                <a:lnTo>
                  <a:pt x="0" y="581397"/>
                </a:lnTo>
                <a:lnTo>
                  <a:pt x="0" y="109524"/>
                </a:lnTo>
                <a:cubicBezTo>
                  <a:pt x="0" y="49036"/>
                  <a:pt x="49036" y="0"/>
                  <a:pt x="109524" y="0"/>
                </a:cubicBezTo>
                <a:close/>
              </a:path>
            </a:pathLst>
          </a:custGeom>
          <a:solidFill>
            <a:schemeClr val="accent1"/>
          </a:solidFill>
          <a:ln w="25400" cap="flat" cmpd="sng">
            <a:solidFill>
              <a:schemeClr val="accen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lt1"/>
              </a:solidFill>
              <a:latin typeface="Arial"/>
              <a:ea typeface="Arial"/>
              <a:cs typeface="Arial"/>
              <a:sym typeface="Arial"/>
            </a:endParaRPr>
          </a:p>
        </p:txBody>
      </p:sp>
      <p:sp>
        <p:nvSpPr>
          <p:cNvPr id="292" name="Google Shape;292;g3f723ec14bb_0_193"/>
          <p:cNvSpPr txBox="1"/>
          <p:nvPr/>
        </p:nvSpPr>
        <p:spPr>
          <a:xfrm>
            <a:off x="705121" y="3103163"/>
            <a:ext cx="3204600" cy="2678100"/>
          </a:xfrm>
          <a:prstGeom prst="rect">
            <a:avLst/>
          </a:prstGeom>
          <a:noFill/>
          <a:ln>
            <a:noFill/>
          </a:ln>
        </p:spPr>
        <p:txBody>
          <a:bodyPr spcFirstLastPara="1" wrap="square" lIns="91425" tIns="45700" rIns="91425" bIns="45700" anchor="t" anchorCtr="0">
            <a:spAutoFit/>
          </a:bodyPr>
          <a:lstStyle/>
          <a:p>
            <a:pPr marL="457200" marR="0" lvl="0" indent="-317500" algn="l" rtl="0">
              <a:spcBef>
                <a:spcPts val="0"/>
              </a:spcBef>
              <a:spcAft>
                <a:spcPts val="0"/>
              </a:spcAft>
              <a:buClr>
                <a:srgbClr val="595959"/>
              </a:buClr>
              <a:buSzPts val="1400"/>
              <a:buFont typeface="Arial"/>
              <a:buChar char="●"/>
            </a:pPr>
            <a:r>
              <a:rPr lang="en-US">
                <a:solidFill>
                  <a:srgbClr val="3F3F3F"/>
                </a:solidFill>
              </a:rPr>
              <a:t>Handles high-cardinality categorical features better than logistic regression (e.g. diagnosis, specialty)</a:t>
            </a:r>
            <a:endParaRPr>
              <a:solidFill>
                <a:srgbClr val="3F3F3F"/>
              </a:solidFill>
            </a:endParaRPr>
          </a:p>
          <a:p>
            <a:pPr marL="457200" marR="0" lvl="0" indent="0" algn="l" rtl="0">
              <a:spcBef>
                <a:spcPts val="0"/>
              </a:spcBef>
              <a:spcAft>
                <a:spcPts val="0"/>
              </a:spcAft>
              <a:buNone/>
            </a:pPr>
            <a:endParaRPr>
              <a:solidFill>
                <a:srgbClr val="3F3F3F"/>
              </a:solidFill>
            </a:endParaRPr>
          </a:p>
          <a:p>
            <a:pPr marL="457200" marR="0" lvl="0" indent="-317500" algn="l" rtl="0">
              <a:spcBef>
                <a:spcPts val="0"/>
              </a:spcBef>
              <a:spcAft>
                <a:spcPts val="0"/>
              </a:spcAft>
              <a:buClr>
                <a:srgbClr val="3F3F3F"/>
              </a:buClr>
              <a:buSzPts val="1400"/>
              <a:buChar char="●"/>
            </a:pPr>
            <a:r>
              <a:rPr lang="en-US">
                <a:solidFill>
                  <a:srgbClr val="3F3F3F"/>
                </a:solidFill>
              </a:rPr>
              <a:t>Fast to implement and iterate</a:t>
            </a:r>
            <a:endParaRPr>
              <a:solidFill>
                <a:srgbClr val="3F3F3F"/>
              </a:solidFill>
            </a:endParaRPr>
          </a:p>
          <a:p>
            <a:pPr marL="457200" marR="0" lvl="0" indent="0" algn="l" rtl="0">
              <a:spcBef>
                <a:spcPts val="0"/>
              </a:spcBef>
              <a:spcAft>
                <a:spcPts val="0"/>
              </a:spcAft>
              <a:buNone/>
            </a:pPr>
            <a:endParaRPr>
              <a:solidFill>
                <a:srgbClr val="3F3F3F"/>
              </a:solidFill>
            </a:endParaRPr>
          </a:p>
          <a:p>
            <a:pPr marL="457200" marR="0" lvl="0" indent="-317500" algn="l" rtl="0">
              <a:spcBef>
                <a:spcPts val="0"/>
              </a:spcBef>
              <a:spcAft>
                <a:spcPts val="0"/>
              </a:spcAft>
              <a:buClr>
                <a:srgbClr val="3F3F3F"/>
              </a:buClr>
              <a:buSzPts val="1400"/>
              <a:buChar char="●"/>
            </a:pPr>
            <a:r>
              <a:rPr lang="en-US">
                <a:solidFill>
                  <a:srgbClr val="3F3F3F"/>
                </a:solidFill>
              </a:rPr>
              <a:t>Strong performance out of the box</a:t>
            </a:r>
            <a:endParaRPr>
              <a:solidFill>
                <a:srgbClr val="3F3F3F"/>
              </a:solidFill>
            </a:endParaRPr>
          </a:p>
          <a:p>
            <a:pPr marL="457200" marR="0" lvl="0" indent="0" algn="l" rtl="0">
              <a:spcBef>
                <a:spcPts val="0"/>
              </a:spcBef>
              <a:spcAft>
                <a:spcPts val="0"/>
              </a:spcAft>
              <a:buNone/>
            </a:pPr>
            <a:endParaRPr>
              <a:solidFill>
                <a:srgbClr val="3F3F3F"/>
              </a:solidFill>
            </a:endParaRPr>
          </a:p>
          <a:p>
            <a:pPr marL="457200" marR="0" lvl="0" indent="-317500" algn="l" rtl="0">
              <a:spcBef>
                <a:spcPts val="0"/>
              </a:spcBef>
              <a:spcAft>
                <a:spcPts val="0"/>
              </a:spcAft>
              <a:buClr>
                <a:srgbClr val="3F3F3F"/>
              </a:buClr>
              <a:buSzPts val="1400"/>
              <a:buChar char="●"/>
            </a:pPr>
            <a:r>
              <a:rPr lang="en-US">
                <a:solidFill>
                  <a:srgbClr val="3F3F3F"/>
                </a:solidFill>
              </a:rPr>
              <a:t>Built-in feature importance for interpretability</a:t>
            </a:r>
            <a:endParaRPr>
              <a:solidFill>
                <a:srgbClr val="3F3F3F"/>
              </a:solidFill>
            </a:endParaRPr>
          </a:p>
        </p:txBody>
      </p:sp>
      <p:sp>
        <p:nvSpPr>
          <p:cNvPr id="293" name="Google Shape;293;g3f723ec14bb_0_193"/>
          <p:cNvSpPr txBox="1"/>
          <p:nvPr/>
        </p:nvSpPr>
        <p:spPr>
          <a:xfrm>
            <a:off x="891335" y="2308612"/>
            <a:ext cx="2828400" cy="3387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b="1">
                <a:solidFill>
                  <a:schemeClr val="lt1"/>
                </a:solidFill>
              </a:rPr>
              <a:t>XGBoost</a:t>
            </a:r>
            <a:endParaRPr sz="1600" b="1">
              <a:solidFill>
                <a:schemeClr val="lt1"/>
              </a:solidFill>
              <a:latin typeface="Arial"/>
              <a:ea typeface="Arial"/>
              <a:cs typeface="Arial"/>
              <a:sym typeface="Arial"/>
            </a:endParaRPr>
          </a:p>
        </p:txBody>
      </p:sp>
      <p:sp>
        <p:nvSpPr>
          <p:cNvPr id="294" name="Google Shape;294;g3f723ec14bb_0_193"/>
          <p:cNvSpPr txBox="1"/>
          <p:nvPr/>
        </p:nvSpPr>
        <p:spPr>
          <a:xfrm>
            <a:off x="4507771" y="2935638"/>
            <a:ext cx="3204600" cy="2893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a:solidFill>
                  <a:srgbClr val="3F3F3F"/>
                </a:solidFill>
              </a:rPr>
              <a:t>	</a:t>
            </a:r>
            <a:r>
              <a:rPr lang="en-US" b="1">
                <a:solidFill>
                  <a:srgbClr val="3F3F3F"/>
                </a:solidFill>
              </a:rPr>
              <a:t>AUC-ROC: </a:t>
            </a:r>
            <a:r>
              <a:rPr lang="en-US">
                <a:solidFill>
                  <a:srgbClr val="3F3F3F"/>
                </a:solidFill>
              </a:rPr>
              <a:t>	0.648</a:t>
            </a:r>
            <a:endParaRPr>
              <a:solidFill>
                <a:srgbClr val="3F3F3F"/>
              </a:solidFill>
            </a:endParaRPr>
          </a:p>
          <a:p>
            <a:pPr marL="0" marR="0" lvl="0" indent="0" algn="l" rtl="0">
              <a:spcBef>
                <a:spcPts val="0"/>
              </a:spcBef>
              <a:spcAft>
                <a:spcPts val="0"/>
              </a:spcAft>
              <a:buNone/>
            </a:pPr>
            <a:endParaRPr>
              <a:solidFill>
                <a:srgbClr val="3F3F3F"/>
              </a:solidFill>
            </a:endParaRPr>
          </a:p>
          <a:p>
            <a:pPr marL="0" marR="0" lvl="0" indent="0" algn="l" rtl="0">
              <a:spcBef>
                <a:spcPts val="0"/>
              </a:spcBef>
              <a:spcAft>
                <a:spcPts val="0"/>
              </a:spcAft>
              <a:buNone/>
            </a:pPr>
            <a:endParaRPr>
              <a:solidFill>
                <a:srgbClr val="3F3F3F"/>
              </a:solidFill>
            </a:endParaRPr>
          </a:p>
          <a:p>
            <a:pPr marL="0" marR="0" lvl="0" indent="0" algn="l" rtl="0">
              <a:spcBef>
                <a:spcPts val="0"/>
              </a:spcBef>
              <a:spcAft>
                <a:spcPts val="0"/>
              </a:spcAft>
              <a:buNone/>
            </a:pPr>
            <a:r>
              <a:rPr lang="en-US">
                <a:solidFill>
                  <a:srgbClr val="3F3F3F"/>
                </a:solidFill>
              </a:rPr>
              <a:t>	</a:t>
            </a:r>
            <a:r>
              <a:rPr lang="en-US" b="1">
                <a:solidFill>
                  <a:srgbClr val="3F3F3F"/>
                </a:solidFill>
              </a:rPr>
              <a:t>F1 Score:</a:t>
            </a:r>
            <a:r>
              <a:rPr lang="en-US">
                <a:solidFill>
                  <a:srgbClr val="3F3F3F"/>
                </a:solidFill>
              </a:rPr>
              <a:t>		0.436</a:t>
            </a:r>
            <a:endParaRPr>
              <a:solidFill>
                <a:srgbClr val="3F3F3F"/>
              </a:solidFill>
            </a:endParaRPr>
          </a:p>
          <a:p>
            <a:pPr marL="0" marR="0" lvl="0" indent="0" algn="l" rtl="0">
              <a:spcBef>
                <a:spcPts val="0"/>
              </a:spcBef>
              <a:spcAft>
                <a:spcPts val="0"/>
              </a:spcAft>
              <a:buNone/>
            </a:pPr>
            <a:endParaRPr>
              <a:solidFill>
                <a:srgbClr val="3F3F3F"/>
              </a:solidFill>
            </a:endParaRPr>
          </a:p>
          <a:p>
            <a:pPr marL="0" marR="0" lvl="0" indent="0" algn="l" rtl="0">
              <a:spcBef>
                <a:spcPts val="0"/>
              </a:spcBef>
              <a:spcAft>
                <a:spcPts val="0"/>
              </a:spcAft>
              <a:buNone/>
            </a:pPr>
            <a:endParaRPr>
              <a:solidFill>
                <a:srgbClr val="3F3F3F"/>
              </a:solidFill>
            </a:endParaRPr>
          </a:p>
          <a:p>
            <a:pPr marL="0" marR="0" lvl="0" indent="0" algn="l" rtl="0">
              <a:spcBef>
                <a:spcPts val="0"/>
              </a:spcBef>
              <a:spcAft>
                <a:spcPts val="0"/>
              </a:spcAft>
              <a:buNone/>
            </a:pPr>
            <a:r>
              <a:rPr lang="en-US" b="1">
                <a:solidFill>
                  <a:srgbClr val="3F3F3F"/>
                </a:solidFill>
              </a:rPr>
              <a:t>	Precision: </a:t>
            </a:r>
            <a:r>
              <a:rPr lang="en-US">
                <a:solidFill>
                  <a:srgbClr val="3F3F3F"/>
                </a:solidFill>
              </a:rPr>
              <a:t>		0.563</a:t>
            </a:r>
            <a:endParaRPr>
              <a:solidFill>
                <a:srgbClr val="3F3F3F"/>
              </a:solidFill>
            </a:endParaRPr>
          </a:p>
          <a:p>
            <a:pPr marL="0" marR="0" lvl="0" indent="0" algn="l" rtl="0">
              <a:spcBef>
                <a:spcPts val="0"/>
              </a:spcBef>
              <a:spcAft>
                <a:spcPts val="0"/>
              </a:spcAft>
              <a:buNone/>
            </a:pPr>
            <a:endParaRPr>
              <a:solidFill>
                <a:srgbClr val="3F3F3F"/>
              </a:solidFill>
            </a:endParaRPr>
          </a:p>
          <a:p>
            <a:pPr marL="0" marR="0" lvl="0" indent="0" algn="l" rtl="0">
              <a:spcBef>
                <a:spcPts val="0"/>
              </a:spcBef>
              <a:spcAft>
                <a:spcPts val="0"/>
              </a:spcAft>
              <a:buNone/>
            </a:pPr>
            <a:endParaRPr>
              <a:solidFill>
                <a:srgbClr val="3F3F3F"/>
              </a:solidFill>
            </a:endParaRPr>
          </a:p>
          <a:p>
            <a:pPr marL="0" marR="0" lvl="0" indent="0" algn="l" rtl="0">
              <a:spcBef>
                <a:spcPts val="0"/>
              </a:spcBef>
              <a:spcAft>
                <a:spcPts val="0"/>
              </a:spcAft>
              <a:buNone/>
            </a:pPr>
            <a:r>
              <a:rPr lang="en-US" b="1">
                <a:solidFill>
                  <a:srgbClr val="3F3F3F"/>
                </a:solidFill>
              </a:rPr>
              <a:t>	Recall:</a:t>
            </a:r>
            <a:r>
              <a:rPr lang="en-US">
                <a:solidFill>
                  <a:srgbClr val="3F3F3F"/>
                </a:solidFill>
              </a:rPr>
              <a:t> 		0.355</a:t>
            </a:r>
            <a:endParaRPr>
              <a:solidFill>
                <a:srgbClr val="3F3F3F"/>
              </a:solidFill>
            </a:endParaRPr>
          </a:p>
          <a:p>
            <a:pPr marL="0" marR="0" lvl="0" indent="0" algn="l" rtl="0">
              <a:spcBef>
                <a:spcPts val="0"/>
              </a:spcBef>
              <a:spcAft>
                <a:spcPts val="0"/>
              </a:spcAft>
              <a:buNone/>
            </a:pPr>
            <a:endParaRPr>
              <a:solidFill>
                <a:srgbClr val="3F3F3F"/>
              </a:solidFill>
            </a:endParaRPr>
          </a:p>
          <a:p>
            <a:pPr marL="0" marR="0" lvl="0" indent="0" algn="l" rtl="0">
              <a:spcBef>
                <a:spcPts val="0"/>
              </a:spcBef>
              <a:spcAft>
                <a:spcPts val="0"/>
              </a:spcAft>
              <a:buNone/>
            </a:pPr>
            <a:endParaRPr>
              <a:solidFill>
                <a:srgbClr val="3F3F3F"/>
              </a:solidFill>
            </a:endParaRPr>
          </a:p>
          <a:p>
            <a:pPr marL="0" marR="0" lvl="0" indent="0" algn="l" rtl="0">
              <a:spcBef>
                <a:spcPts val="0"/>
              </a:spcBef>
              <a:spcAft>
                <a:spcPts val="0"/>
              </a:spcAft>
              <a:buNone/>
            </a:pPr>
            <a:r>
              <a:rPr lang="en-US" b="1">
                <a:solidFill>
                  <a:srgbClr val="3F3F3F"/>
                </a:solidFill>
              </a:rPr>
              <a:t>	Accuracy:	</a:t>
            </a:r>
            <a:r>
              <a:rPr lang="en-US">
                <a:solidFill>
                  <a:srgbClr val="3F3F3F"/>
                </a:solidFill>
              </a:rPr>
              <a:t>	0.625</a:t>
            </a:r>
            <a:endParaRPr>
              <a:solidFill>
                <a:srgbClr val="3F3F3F"/>
              </a:solidFill>
            </a:endParaRPr>
          </a:p>
        </p:txBody>
      </p:sp>
      <p:sp>
        <p:nvSpPr>
          <p:cNvPr id="295" name="Google Shape;295;g3f723ec14bb_0_193"/>
          <p:cNvSpPr txBox="1"/>
          <p:nvPr/>
        </p:nvSpPr>
        <p:spPr>
          <a:xfrm>
            <a:off x="599475" y="1114375"/>
            <a:ext cx="11017200" cy="454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1500" b="1"/>
              <a:t>XGBoost proved to be a reasonable baseline (AUC 0.648) driven mainly by prior inpatient visits.</a:t>
            </a:r>
            <a:endParaRPr sz="1500" b="1"/>
          </a:p>
          <a:p>
            <a:pPr marL="0" lvl="0" indent="0" algn="ctr" rtl="0">
              <a:spcBef>
                <a:spcPts val="0"/>
              </a:spcBef>
              <a:spcAft>
                <a:spcPts val="0"/>
              </a:spcAft>
              <a:buNone/>
            </a:pPr>
            <a:endParaRPr sz="900" b="1"/>
          </a:p>
          <a:p>
            <a:pPr marL="0" lvl="0" indent="0" algn="ctr" rtl="0">
              <a:spcBef>
                <a:spcPts val="0"/>
              </a:spcBef>
              <a:spcAft>
                <a:spcPts val="0"/>
              </a:spcAft>
              <a:buNone/>
            </a:pPr>
            <a:r>
              <a:rPr lang="en-US" sz="1500" b="1"/>
              <a:t>Recall remains a challenge, missing many true readmissions.</a:t>
            </a:r>
            <a:endParaRPr sz="1500" b="1"/>
          </a:p>
        </p:txBody>
      </p:sp>
      <p:pic>
        <p:nvPicPr>
          <p:cNvPr id="296" name="Google Shape;296;g3f723ec14bb_0_193"/>
          <p:cNvPicPr preferRelativeResize="0"/>
          <p:nvPr/>
        </p:nvPicPr>
        <p:blipFill>
          <a:blip r:embed="rId3">
            <a:alphaModFix/>
          </a:blip>
          <a:stretch>
            <a:fillRect/>
          </a:stretch>
        </p:blipFill>
        <p:spPr>
          <a:xfrm>
            <a:off x="8306421" y="2774389"/>
            <a:ext cx="3007179" cy="3216299"/>
          </a:xfrm>
          <a:prstGeom prst="rect">
            <a:avLst/>
          </a:prstGeom>
          <a:noFill/>
          <a:ln>
            <a:noFill/>
          </a:ln>
        </p:spPr>
      </p:pic>
      <p:sp>
        <p:nvSpPr>
          <p:cNvPr id="297" name="Google Shape;297;g3f723ec14bb_0_193"/>
          <p:cNvSpPr txBox="1"/>
          <p:nvPr/>
        </p:nvSpPr>
        <p:spPr>
          <a:xfrm>
            <a:off x="8492562" y="2281737"/>
            <a:ext cx="2828400" cy="3387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b="1">
                <a:solidFill>
                  <a:schemeClr val="lt1"/>
                </a:solidFill>
              </a:rPr>
              <a:t>Feature Importance</a:t>
            </a:r>
            <a:endParaRPr sz="1600" b="1">
              <a:solidFill>
                <a:schemeClr val="lt1"/>
              </a:solidFill>
              <a:latin typeface="Arial"/>
              <a:ea typeface="Arial"/>
              <a:cs typeface="Arial"/>
              <a:sym typeface="Arial"/>
            </a:endParaRPr>
          </a:p>
        </p:txBody>
      </p:sp>
      <p:sp>
        <p:nvSpPr>
          <p:cNvPr id="298" name="Google Shape;298;g3f723ec14bb_0_193"/>
          <p:cNvSpPr txBox="1">
            <a:spLocks noGrp="1"/>
          </p:cNvSpPr>
          <p:nvPr>
            <p:ph type="sldNum" idx="12"/>
          </p:nvPr>
        </p:nvSpPr>
        <p:spPr>
          <a:xfrm>
            <a:off x="11409045" y="6333134"/>
            <a:ext cx="731700" cy="5250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3" name="Google Shape;303;g3f723ec14bb_0_223"/>
          <p:cNvSpPr/>
          <p:nvPr/>
        </p:nvSpPr>
        <p:spPr>
          <a:xfrm>
            <a:off x="8200810" y="2305377"/>
            <a:ext cx="3411900" cy="3797700"/>
          </a:xfrm>
          <a:prstGeom prst="roundRect">
            <a:avLst>
              <a:gd name="adj" fmla="val 6084"/>
            </a:avLst>
          </a:prstGeom>
          <a:solidFill>
            <a:schemeClr val="lt1"/>
          </a:solidFill>
          <a:ln w="25400" cap="flat" cmpd="sng">
            <a:solidFill>
              <a:schemeClr val="accent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lt1"/>
              </a:solidFill>
              <a:latin typeface="Arial"/>
              <a:ea typeface="Arial"/>
              <a:cs typeface="Arial"/>
              <a:sym typeface="Arial"/>
            </a:endParaRPr>
          </a:p>
        </p:txBody>
      </p:sp>
      <p:sp>
        <p:nvSpPr>
          <p:cNvPr id="304" name="Google Shape;304;g3f723ec14bb_0_223"/>
          <p:cNvSpPr/>
          <p:nvPr/>
        </p:nvSpPr>
        <p:spPr>
          <a:xfrm>
            <a:off x="8200804" y="2222712"/>
            <a:ext cx="3415880" cy="581397"/>
          </a:xfrm>
          <a:custGeom>
            <a:avLst/>
            <a:gdLst/>
            <a:ahLst/>
            <a:cxnLst/>
            <a:rect l="l" t="t" r="r" b="b"/>
            <a:pathLst>
              <a:path w="1800200" h="581397" extrusionOk="0">
                <a:moveTo>
                  <a:pt x="109524" y="0"/>
                </a:moveTo>
                <a:lnTo>
                  <a:pt x="1690676" y="0"/>
                </a:lnTo>
                <a:cubicBezTo>
                  <a:pt x="1751164" y="0"/>
                  <a:pt x="1800200" y="49036"/>
                  <a:pt x="1800200" y="109524"/>
                </a:cubicBezTo>
                <a:lnTo>
                  <a:pt x="1800200" y="581397"/>
                </a:lnTo>
                <a:lnTo>
                  <a:pt x="0" y="581397"/>
                </a:lnTo>
                <a:lnTo>
                  <a:pt x="0" y="109524"/>
                </a:lnTo>
                <a:cubicBezTo>
                  <a:pt x="0" y="49036"/>
                  <a:pt x="49036" y="0"/>
                  <a:pt x="109524" y="0"/>
                </a:cubicBezTo>
                <a:close/>
              </a:path>
            </a:pathLst>
          </a:custGeom>
          <a:solidFill>
            <a:schemeClr val="accent2"/>
          </a:solidFill>
          <a:ln w="25400" cap="flat" cmpd="sng">
            <a:solidFill>
              <a:schemeClr val="accent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lt1"/>
              </a:solidFill>
              <a:latin typeface="Arial"/>
              <a:ea typeface="Arial"/>
              <a:cs typeface="Arial"/>
              <a:sym typeface="Arial"/>
            </a:endParaRPr>
          </a:p>
        </p:txBody>
      </p:sp>
      <p:sp>
        <p:nvSpPr>
          <p:cNvPr id="305" name="Google Shape;305;g3f723ec14bb_0_223"/>
          <p:cNvSpPr/>
          <p:nvPr/>
        </p:nvSpPr>
        <p:spPr>
          <a:xfrm>
            <a:off x="4402135" y="2305377"/>
            <a:ext cx="3411900" cy="3797700"/>
          </a:xfrm>
          <a:prstGeom prst="roundRect">
            <a:avLst>
              <a:gd name="adj" fmla="val 6084"/>
            </a:avLst>
          </a:prstGeom>
          <a:solidFill>
            <a:schemeClr val="lt1"/>
          </a:solidFill>
          <a:ln w="25400" cap="flat" cmpd="sng">
            <a:solidFill>
              <a:schemeClr val="accent4"/>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lt1"/>
              </a:solidFill>
              <a:latin typeface="Arial"/>
              <a:ea typeface="Arial"/>
              <a:cs typeface="Arial"/>
              <a:sym typeface="Arial"/>
            </a:endParaRPr>
          </a:p>
        </p:txBody>
      </p:sp>
      <p:sp>
        <p:nvSpPr>
          <p:cNvPr id="306" name="Google Shape;306;g3f723ec14bb_0_223"/>
          <p:cNvSpPr/>
          <p:nvPr/>
        </p:nvSpPr>
        <p:spPr>
          <a:xfrm>
            <a:off x="4402129" y="2222712"/>
            <a:ext cx="3415879" cy="581397"/>
          </a:xfrm>
          <a:custGeom>
            <a:avLst/>
            <a:gdLst/>
            <a:ahLst/>
            <a:cxnLst/>
            <a:rect l="l" t="t" r="r" b="b"/>
            <a:pathLst>
              <a:path w="1800200" h="581397" extrusionOk="0">
                <a:moveTo>
                  <a:pt x="109524" y="0"/>
                </a:moveTo>
                <a:lnTo>
                  <a:pt x="1690676" y="0"/>
                </a:lnTo>
                <a:cubicBezTo>
                  <a:pt x="1751164" y="0"/>
                  <a:pt x="1800200" y="49036"/>
                  <a:pt x="1800200" y="109524"/>
                </a:cubicBezTo>
                <a:lnTo>
                  <a:pt x="1800200" y="581397"/>
                </a:lnTo>
                <a:lnTo>
                  <a:pt x="0" y="581397"/>
                </a:lnTo>
                <a:lnTo>
                  <a:pt x="0" y="109524"/>
                </a:lnTo>
                <a:cubicBezTo>
                  <a:pt x="0" y="49036"/>
                  <a:pt x="49036" y="0"/>
                  <a:pt x="109524" y="0"/>
                </a:cubicBezTo>
                <a:close/>
              </a:path>
            </a:pathLst>
          </a:custGeom>
          <a:solidFill>
            <a:schemeClr val="accent4"/>
          </a:solidFill>
          <a:ln w="25400" cap="flat" cmpd="sng">
            <a:solidFill>
              <a:schemeClr val="accent4"/>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lt1"/>
              </a:solidFill>
              <a:latin typeface="Arial"/>
              <a:ea typeface="Arial"/>
              <a:cs typeface="Arial"/>
              <a:sym typeface="Arial"/>
            </a:endParaRPr>
          </a:p>
        </p:txBody>
      </p:sp>
      <p:sp>
        <p:nvSpPr>
          <p:cNvPr id="307" name="Google Shape;307;g3f723ec14bb_0_223"/>
          <p:cNvSpPr txBox="1"/>
          <p:nvPr/>
        </p:nvSpPr>
        <p:spPr>
          <a:xfrm>
            <a:off x="4693987" y="2370925"/>
            <a:ext cx="2828400" cy="3387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b="1">
                <a:solidFill>
                  <a:schemeClr val="lt1"/>
                </a:solidFill>
              </a:rPr>
              <a:t>Performance</a:t>
            </a:r>
            <a:endParaRPr sz="1600" b="1">
              <a:solidFill>
                <a:schemeClr val="lt1"/>
              </a:solidFill>
              <a:latin typeface="Arial"/>
              <a:ea typeface="Arial"/>
              <a:cs typeface="Arial"/>
              <a:sym typeface="Arial"/>
            </a:endParaRPr>
          </a:p>
        </p:txBody>
      </p:sp>
      <p:sp>
        <p:nvSpPr>
          <p:cNvPr id="308" name="Google Shape;308;g3f723ec14bb_0_223"/>
          <p:cNvSpPr txBox="1">
            <a:spLocks noGrp="1"/>
          </p:cNvSpPr>
          <p:nvPr>
            <p:ph type="body" idx="1"/>
          </p:nvPr>
        </p:nvSpPr>
        <p:spPr>
          <a:xfrm>
            <a:off x="323529" y="145548"/>
            <a:ext cx="11573100" cy="724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262626"/>
              </a:buClr>
              <a:buSzPts val="5400"/>
              <a:buNone/>
            </a:pPr>
            <a:r>
              <a:rPr lang="en-US"/>
              <a:t>AutoML Champion</a:t>
            </a:r>
            <a:endParaRPr/>
          </a:p>
        </p:txBody>
      </p:sp>
      <p:sp>
        <p:nvSpPr>
          <p:cNvPr id="309" name="Google Shape;309;g3f723ec14bb_0_223"/>
          <p:cNvSpPr/>
          <p:nvPr/>
        </p:nvSpPr>
        <p:spPr>
          <a:xfrm>
            <a:off x="599483" y="2305377"/>
            <a:ext cx="3411900" cy="3797700"/>
          </a:xfrm>
          <a:prstGeom prst="roundRect">
            <a:avLst>
              <a:gd name="adj" fmla="val 6084"/>
            </a:avLst>
          </a:prstGeom>
          <a:solidFill>
            <a:schemeClr val="lt1"/>
          </a:solidFill>
          <a:ln w="25400" cap="flat" cmpd="sng">
            <a:solidFill>
              <a:schemeClr val="accen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lt1"/>
              </a:solidFill>
              <a:latin typeface="Arial"/>
              <a:ea typeface="Arial"/>
              <a:cs typeface="Arial"/>
              <a:sym typeface="Arial"/>
            </a:endParaRPr>
          </a:p>
        </p:txBody>
      </p:sp>
      <p:sp>
        <p:nvSpPr>
          <p:cNvPr id="310" name="Google Shape;310;g3f723ec14bb_0_223"/>
          <p:cNvSpPr/>
          <p:nvPr/>
        </p:nvSpPr>
        <p:spPr>
          <a:xfrm>
            <a:off x="599477" y="2222712"/>
            <a:ext cx="3415880" cy="581397"/>
          </a:xfrm>
          <a:custGeom>
            <a:avLst/>
            <a:gdLst/>
            <a:ahLst/>
            <a:cxnLst/>
            <a:rect l="l" t="t" r="r" b="b"/>
            <a:pathLst>
              <a:path w="1800200" h="581397" extrusionOk="0">
                <a:moveTo>
                  <a:pt x="109524" y="0"/>
                </a:moveTo>
                <a:lnTo>
                  <a:pt x="1690676" y="0"/>
                </a:lnTo>
                <a:cubicBezTo>
                  <a:pt x="1751164" y="0"/>
                  <a:pt x="1800200" y="49036"/>
                  <a:pt x="1800200" y="109524"/>
                </a:cubicBezTo>
                <a:lnTo>
                  <a:pt x="1800200" y="581397"/>
                </a:lnTo>
                <a:lnTo>
                  <a:pt x="0" y="581397"/>
                </a:lnTo>
                <a:lnTo>
                  <a:pt x="0" y="109524"/>
                </a:lnTo>
                <a:cubicBezTo>
                  <a:pt x="0" y="49036"/>
                  <a:pt x="49036" y="0"/>
                  <a:pt x="109524" y="0"/>
                </a:cubicBezTo>
                <a:close/>
              </a:path>
            </a:pathLst>
          </a:custGeom>
          <a:solidFill>
            <a:schemeClr val="accent1"/>
          </a:solidFill>
          <a:ln w="25400" cap="flat" cmpd="sng">
            <a:solidFill>
              <a:schemeClr val="accen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lt1"/>
              </a:solidFill>
              <a:latin typeface="Arial"/>
              <a:ea typeface="Arial"/>
              <a:cs typeface="Arial"/>
              <a:sym typeface="Arial"/>
            </a:endParaRPr>
          </a:p>
        </p:txBody>
      </p:sp>
      <p:sp>
        <p:nvSpPr>
          <p:cNvPr id="311" name="Google Shape;311;g3f723ec14bb_0_223"/>
          <p:cNvSpPr txBox="1"/>
          <p:nvPr/>
        </p:nvSpPr>
        <p:spPr>
          <a:xfrm>
            <a:off x="705121" y="3165476"/>
            <a:ext cx="3204600" cy="2462700"/>
          </a:xfrm>
          <a:prstGeom prst="rect">
            <a:avLst/>
          </a:prstGeom>
          <a:noFill/>
          <a:ln>
            <a:noFill/>
          </a:ln>
        </p:spPr>
        <p:txBody>
          <a:bodyPr spcFirstLastPara="1" wrap="square" lIns="91425" tIns="45700" rIns="91425" bIns="45700" anchor="t" anchorCtr="0">
            <a:spAutoFit/>
          </a:bodyPr>
          <a:lstStyle/>
          <a:p>
            <a:pPr marL="457200" marR="0" lvl="0" indent="-317500" algn="l" rtl="0">
              <a:spcBef>
                <a:spcPts val="0"/>
              </a:spcBef>
              <a:spcAft>
                <a:spcPts val="0"/>
              </a:spcAft>
              <a:buClr>
                <a:srgbClr val="595959"/>
              </a:buClr>
              <a:buSzPts val="1400"/>
              <a:buFont typeface="Arial"/>
              <a:buChar char="●"/>
            </a:pPr>
            <a:r>
              <a:rPr lang="en-US">
                <a:solidFill>
                  <a:srgbClr val="3F3F3F"/>
                </a:solidFill>
              </a:rPr>
              <a:t>AutoML automatically searched across 16 algorithms, prioritizing based on AUC and F1</a:t>
            </a:r>
            <a:endParaRPr>
              <a:solidFill>
                <a:srgbClr val="3F3F3F"/>
              </a:solidFill>
            </a:endParaRPr>
          </a:p>
          <a:p>
            <a:pPr marL="457200" marR="0" lvl="0" indent="0" algn="l" rtl="0">
              <a:spcBef>
                <a:spcPts val="0"/>
              </a:spcBef>
              <a:spcAft>
                <a:spcPts val="0"/>
              </a:spcAft>
              <a:buNone/>
            </a:pPr>
            <a:endParaRPr>
              <a:solidFill>
                <a:srgbClr val="3F3F3F"/>
              </a:solidFill>
            </a:endParaRPr>
          </a:p>
          <a:p>
            <a:pPr marL="457200" marR="0" lvl="0" indent="-317500" algn="l" rtl="0">
              <a:spcBef>
                <a:spcPts val="0"/>
              </a:spcBef>
              <a:spcAft>
                <a:spcPts val="0"/>
              </a:spcAft>
              <a:buClr>
                <a:srgbClr val="595959"/>
              </a:buClr>
              <a:buSzPts val="1400"/>
              <a:buFont typeface="Arial"/>
              <a:buChar char="●"/>
            </a:pPr>
            <a:r>
              <a:rPr lang="en-US">
                <a:solidFill>
                  <a:srgbClr val="3F3F3F"/>
                </a:solidFill>
              </a:rPr>
              <a:t>CatBoost’s native categorical handling, consistently strong tabular benchmarks</a:t>
            </a:r>
            <a:endParaRPr>
              <a:solidFill>
                <a:srgbClr val="3F3F3F"/>
              </a:solidFill>
            </a:endParaRPr>
          </a:p>
          <a:p>
            <a:pPr marL="457200" marR="0" lvl="0" indent="0" algn="l" rtl="0">
              <a:spcBef>
                <a:spcPts val="0"/>
              </a:spcBef>
              <a:spcAft>
                <a:spcPts val="0"/>
              </a:spcAft>
              <a:buNone/>
            </a:pPr>
            <a:endParaRPr>
              <a:solidFill>
                <a:srgbClr val="3F3F3F"/>
              </a:solidFill>
            </a:endParaRPr>
          </a:p>
          <a:p>
            <a:pPr marL="457200" marR="0" lvl="0" indent="-317500" algn="l" rtl="0">
              <a:spcBef>
                <a:spcPts val="0"/>
              </a:spcBef>
              <a:spcAft>
                <a:spcPts val="0"/>
              </a:spcAft>
              <a:buClr>
                <a:srgbClr val="3F3F3F"/>
              </a:buClr>
              <a:buSzPts val="1400"/>
              <a:buChar char="●"/>
            </a:pPr>
            <a:r>
              <a:rPr lang="en-US">
                <a:solidFill>
                  <a:srgbClr val="3F3F3F"/>
                </a:solidFill>
              </a:rPr>
              <a:t>Also includes feature importance for comparison against baseline XGBoost</a:t>
            </a:r>
            <a:endParaRPr>
              <a:solidFill>
                <a:srgbClr val="3F3F3F"/>
              </a:solidFill>
            </a:endParaRPr>
          </a:p>
        </p:txBody>
      </p:sp>
      <p:sp>
        <p:nvSpPr>
          <p:cNvPr id="312" name="Google Shape;312;g3f723ec14bb_0_223"/>
          <p:cNvSpPr txBox="1"/>
          <p:nvPr/>
        </p:nvSpPr>
        <p:spPr>
          <a:xfrm>
            <a:off x="891335" y="2370925"/>
            <a:ext cx="2828400" cy="3387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b="1">
                <a:solidFill>
                  <a:schemeClr val="lt1"/>
                </a:solidFill>
              </a:rPr>
              <a:t>CatBoost</a:t>
            </a:r>
            <a:endParaRPr sz="1600" b="1">
              <a:solidFill>
                <a:schemeClr val="lt1"/>
              </a:solidFill>
              <a:latin typeface="Arial"/>
              <a:ea typeface="Arial"/>
              <a:cs typeface="Arial"/>
              <a:sym typeface="Arial"/>
            </a:endParaRPr>
          </a:p>
        </p:txBody>
      </p:sp>
      <p:sp>
        <p:nvSpPr>
          <p:cNvPr id="313" name="Google Shape;313;g3f723ec14bb_0_223"/>
          <p:cNvSpPr txBox="1"/>
          <p:nvPr/>
        </p:nvSpPr>
        <p:spPr>
          <a:xfrm>
            <a:off x="4356439" y="2997951"/>
            <a:ext cx="3204600" cy="2893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a:solidFill>
                  <a:srgbClr val="3F3F3F"/>
                </a:solidFill>
              </a:rPr>
              <a:t>	</a:t>
            </a:r>
            <a:r>
              <a:rPr lang="en-US" b="1">
                <a:solidFill>
                  <a:srgbClr val="3F3F3F"/>
                </a:solidFill>
              </a:rPr>
              <a:t>AUC-ROC: </a:t>
            </a:r>
            <a:r>
              <a:rPr lang="en-US">
                <a:solidFill>
                  <a:srgbClr val="3F3F3F"/>
                </a:solidFill>
              </a:rPr>
              <a:t>	0.657 (+0.009)</a:t>
            </a:r>
            <a:endParaRPr>
              <a:solidFill>
                <a:srgbClr val="3F3F3F"/>
              </a:solidFill>
            </a:endParaRPr>
          </a:p>
          <a:p>
            <a:pPr marL="0" marR="0" lvl="0" indent="0" algn="l" rtl="0">
              <a:spcBef>
                <a:spcPts val="0"/>
              </a:spcBef>
              <a:spcAft>
                <a:spcPts val="0"/>
              </a:spcAft>
              <a:buNone/>
            </a:pPr>
            <a:endParaRPr>
              <a:solidFill>
                <a:srgbClr val="3F3F3F"/>
              </a:solidFill>
            </a:endParaRPr>
          </a:p>
          <a:p>
            <a:pPr marL="0" marR="0" lvl="0" indent="0" algn="l" rtl="0">
              <a:spcBef>
                <a:spcPts val="0"/>
              </a:spcBef>
              <a:spcAft>
                <a:spcPts val="0"/>
              </a:spcAft>
              <a:buNone/>
            </a:pPr>
            <a:endParaRPr>
              <a:solidFill>
                <a:srgbClr val="3F3F3F"/>
              </a:solidFill>
            </a:endParaRPr>
          </a:p>
          <a:p>
            <a:pPr marL="0" marR="0" lvl="0" indent="0" algn="l" rtl="0">
              <a:spcBef>
                <a:spcPts val="0"/>
              </a:spcBef>
              <a:spcAft>
                <a:spcPts val="0"/>
              </a:spcAft>
              <a:buNone/>
            </a:pPr>
            <a:r>
              <a:rPr lang="en-US">
                <a:solidFill>
                  <a:srgbClr val="3F3F3F"/>
                </a:solidFill>
              </a:rPr>
              <a:t>	</a:t>
            </a:r>
            <a:r>
              <a:rPr lang="en-US" b="1">
                <a:solidFill>
                  <a:srgbClr val="3F3F3F"/>
                </a:solidFill>
              </a:rPr>
              <a:t>F1 Score:</a:t>
            </a:r>
            <a:r>
              <a:rPr lang="en-US">
                <a:solidFill>
                  <a:srgbClr val="3F3F3F"/>
                </a:solidFill>
              </a:rPr>
              <a:t>		0.432 (-0.004)</a:t>
            </a:r>
            <a:endParaRPr>
              <a:solidFill>
                <a:srgbClr val="3F3F3F"/>
              </a:solidFill>
            </a:endParaRPr>
          </a:p>
          <a:p>
            <a:pPr marL="0" marR="0" lvl="0" indent="0" algn="l" rtl="0">
              <a:spcBef>
                <a:spcPts val="0"/>
              </a:spcBef>
              <a:spcAft>
                <a:spcPts val="0"/>
              </a:spcAft>
              <a:buNone/>
            </a:pPr>
            <a:endParaRPr>
              <a:solidFill>
                <a:srgbClr val="3F3F3F"/>
              </a:solidFill>
            </a:endParaRPr>
          </a:p>
          <a:p>
            <a:pPr marL="0" marR="0" lvl="0" indent="0" algn="l" rtl="0">
              <a:spcBef>
                <a:spcPts val="0"/>
              </a:spcBef>
              <a:spcAft>
                <a:spcPts val="0"/>
              </a:spcAft>
              <a:buNone/>
            </a:pPr>
            <a:endParaRPr>
              <a:solidFill>
                <a:srgbClr val="3F3F3F"/>
              </a:solidFill>
            </a:endParaRPr>
          </a:p>
          <a:p>
            <a:pPr marL="0" marR="0" lvl="0" indent="0" algn="l" rtl="0">
              <a:spcBef>
                <a:spcPts val="0"/>
              </a:spcBef>
              <a:spcAft>
                <a:spcPts val="0"/>
              </a:spcAft>
              <a:buNone/>
            </a:pPr>
            <a:r>
              <a:rPr lang="en-US" b="1">
                <a:solidFill>
                  <a:srgbClr val="3F3F3F"/>
                </a:solidFill>
              </a:rPr>
              <a:t>	Precision: </a:t>
            </a:r>
            <a:r>
              <a:rPr lang="en-US">
                <a:solidFill>
                  <a:srgbClr val="3F3F3F"/>
                </a:solidFill>
              </a:rPr>
              <a:t>		0.593 (+0.030)</a:t>
            </a:r>
            <a:endParaRPr>
              <a:solidFill>
                <a:srgbClr val="3F3F3F"/>
              </a:solidFill>
            </a:endParaRPr>
          </a:p>
          <a:p>
            <a:pPr marL="0" marR="0" lvl="0" indent="0" algn="l" rtl="0">
              <a:spcBef>
                <a:spcPts val="0"/>
              </a:spcBef>
              <a:spcAft>
                <a:spcPts val="0"/>
              </a:spcAft>
              <a:buNone/>
            </a:pPr>
            <a:endParaRPr>
              <a:solidFill>
                <a:srgbClr val="3F3F3F"/>
              </a:solidFill>
            </a:endParaRPr>
          </a:p>
          <a:p>
            <a:pPr marL="0" marR="0" lvl="0" indent="0" algn="l" rtl="0">
              <a:spcBef>
                <a:spcPts val="0"/>
              </a:spcBef>
              <a:spcAft>
                <a:spcPts val="0"/>
              </a:spcAft>
              <a:buNone/>
            </a:pPr>
            <a:endParaRPr>
              <a:solidFill>
                <a:srgbClr val="3F3F3F"/>
              </a:solidFill>
            </a:endParaRPr>
          </a:p>
          <a:p>
            <a:pPr marL="0" marR="0" lvl="0" indent="0" algn="l" rtl="0">
              <a:spcBef>
                <a:spcPts val="0"/>
              </a:spcBef>
              <a:spcAft>
                <a:spcPts val="0"/>
              </a:spcAft>
              <a:buNone/>
            </a:pPr>
            <a:r>
              <a:rPr lang="en-US" b="1">
                <a:solidFill>
                  <a:srgbClr val="3F3F3F"/>
                </a:solidFill>
              </a:rPr>
              <a:t>	Recall:</a:t>
            </a:r>
            <a:r>
              <a:rPr lang="en-US">
                <a:solidFill>
                  <a:srgbClr val="3F3F3F"/>
                </a:solidFill>
              </a:rPr>
              <a:t> 		0.334 (-0.015)</a:t>
            </a:r>
            <a:endParaRPr>
              <a:solidFill>
                <a:srgbClr val="3F3F3F"/>
              </a:solidFill>
            </a:endParaRPr>
          </a:p>
          <a:p>
            <a:pPr marL="0" marR="0" lvl="0" indent="0" algn="l" rtl="0">
              <a:spcBef>
                <a:spcPts val="0"/>
              </a:spcBef>
              <a:spcAft>
                <a:spcPts val="0"/>
              </a:spcAft>
              <a:buNone/>
            </a:pPr>
            <a:endParaRPr>
              <a:solidFill>
                <a:srgbClr val="3F3F3F"/>
              </a:solidFill>
            </a:endParaRPr>
          </a:p>
          <a:p>
            <a:pPr marL="0" marR="0" lvl="0" indent="0" algn="l" rtl="0">
              <a:spcBef>
                <a:spcPts val="0"/>
              </a:spcBef>
              <a:spcAft>
                <a:spcPts val="0"/>
              </a:spcAft>
              <a:buNone/>
            </a:pPr>
            <a:endParaRPr>
              <a:solidFill>
                <a:srgbClr val="3F3F3F"/>
              </a:solidFill>
            </a:endParaRPr>
          </a:p>
          <a:p>
            <a:pPr marL="0" marR="0" lvl="0" indent="0" algn="l" rtl="0">
              <a:spcBef>
                <a:spcPts val="0"/>
              </a:spcBef>
              <a:spcAft>
                <a:spcPts val="0"/>
              </a:spcAft>
              <a:buNone/>
            </a:pPr>
            <a:r>
              <a:rPr lang="en-US" b="1">
                <a:solidFill>
                  <a:srgbClr val="3F3F3F"/>
                </a:solidFill>
              </a:rPr>
              <a:t>	Accuracy:	</a:t>
            </a:r>
            <a:r>
              <a:rPr lang="en-US">
                <a:solidFill>
                  <a:srgbClr val="3F3F3F"/>
                </a:solidFill>
              </a:rPr>
              <a:t>	0.625 (+0.011)</a:t>
            </a:r>
            <a:endParaRPr>
              <a:solidFill>
                <a:srgbClr val="3F3F3F"/>
              </a:solidFill>
            </a:endParaRPr>
          </a:p>
        </p:txBody>
      </p:sp>
      <p:sp>
        <p:nvSpPr>
          <p:cNvPr id="314" name="Google Shape;314;g3f723ec14bb_0_223"/>
          <p:cNvSpPr txBox="1"/>
          <p:nvPr/>
        </p:nvSpPr>
        <p:spPr>
          <a:xfrm>
            <a:off x="381000" y="1105475"/>
            <a:ext cx="11430000" cy="905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b="1"/>
              <a:t>Overall performance is close, but recall dips slightly, so no clear winner on performance metrics</a:t>
            </a:r>
            <a:endParaRPr b="1"/>
          </a:p>
          <a:p>
            <a:pPr marL="0" lvl="0" indent="0" algn="ctr" rtl="0">
              <a:spcBef>
                <a:spcPts val="0"/>
              </a:spcBef>
              <a:spcAft>
                <a:spcPts val="0"/>
              </a:spcAft>
              <a:buNone/>
            </a:pPr>
            <a:endParaRPr sz="1200" b="1"/>
          </a:p>
          <a:p>
            <a:pPr marL="0" lvl="0" indent="0" algn="ctr" rtl="0">
              <a:spcBef>
                <a:spcPts val="0"/>
              </a:spcBef>
              <a:spcAft>
                <a:spcPts val="0"/>
              </a:spcAft>
              <a:buNone/>
            </a:pPr>
            <a:r>
              <a:rPr lang="en-US" b="1"/>
              <a:t>Feature importance is more evenly distributed, led by this-stay clinical activity instead of one dominant history feature.</a:t>
            </a:r>
            <a:endParaRPr b="1"/>
          </a:p>
        </p:txBody>
      </p:sp>
      <p:sp>
        <p:nvSpPr>
          <p:cNvPr id="315" name="Google Shape;315;g3f723ec14bb_0_223"/>
          <p:cNvSpPr txBox="1"/>
          <p:nvPr/>
        </p:nvSpPr>
        <p:spPr>
          <a:xfrm>
            <a:off x="8492562" y="2344050"/>
            <a:ext cx="2828400" cy="3387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b="1">
                <a:solidFill>
                  <a:schemeClr val="lt1"/>
                </a:solidFill>
              </a:rPr>
              <a:t>Feature Importance</a:t>
            </a:r>
            <a:endParaRPr sz="1600" b="1">
              <a:solidFill>
                <a:schemeClr val="lt1"/>
              </a:solidFill>
              <a:latin typeface="Arial"/>
              <a:ea typeface="Arial"/>
              <a:cs typeface="Arial"/>
              <a:sym typeface="Arial"/>
            </a:endParaRPr>
          </a:p>
        </p:txBody>
      </p:sp>
      <p:pic>
        <p:nvPicPr>
          <p:cNvPr id="316" name="Google Shape;316;g3f723ec14bb_0_223"/>
          <p:cNvPicPr preferRelativeResize="0"/>
          <p:nvPr/>
        </p:nvPicPr>
        <p:blipFill>
          <a:blip r:embed="rId3">
            <a:alphaModFix/>
          </a:blip>
          <a:stretch>
            <a:fillRect/>
          </a:stretch>
        </p:blipFill>
        <p:spPr>
          <a:xfrm>
            <a:off x="8429175" y="2832013"/>
            <a:ext cx="2820550" cy="3129643"/>
          </a:xfrm>
          <a:prstGeom prst="rect">
            <a:avLst/>
          </a:prstGeom>
          <a:noFill/>
          <a:ln>
            <a:noFill/>
          </a:ln>
        </p:spPr>
      </p:pic>
      <p:sp>
        <p:nvSpPr>
          <p:cNvPr id="317" name="Google Shape;317;g3f723ec14bb_0_223"/>
          <p:cNvSpPr txBox="1">
            <a:spLocks noGrp="1"/>
          </p:cNvSpPr>
          <p:nvPr>
            <p:ph type="sldNum" idx="12"/>
          </p:nvPr>
        </p:nvSpPr>
        <p:spPr>
          <a:xfrm>
            <a:off x="11409045" y="6333134"/>
            <a:ext cx="731700" cy="5250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22"/>
        <p:cNvGrpSpPr/>
        <p:nvPr/>
      </p:nvGrpSpPr>
      <p:grpSpPr>
        <a:xfrm>
          <a:off x="0" y="0"/>
          <a:ext cx="0" cy="0"/>
          <a:chOff x="0" y="0"/>
          <a:chExt cx="0" cy="0"/>
        </a:xfrm>
      </p:grpSpPr>
      <p:sp>
        <p:nvSpPr>
          <p:cNvPr id="323" name="Google Shape;323;g3f723ec14bb_0_243"/>
          <p:cNvSpPr txBox="1">
            <a:spLocks noGrp="1"/>
          </p:cNvSpPr>
          <p:nvPr>
            <p:ph type="body" idx="1"/>
          </p:nvPr>
        </p:nvSpPr>
        <p:spPr>
          <a:xfrm>
            <a:off x="323529" y="145548"/>
            <a:ext cx="11573100" cy="724200"/>
          </a:xfrm>
          <a:prstGeom prst="rect">
            <a:avLst/>
          </a:prstGeom>
        </p:spPr>
        <p:txBody>
          <a:bodyPr spcFirstLastPara="1" wrap="square" lIns="91425" tIns="45700" rIns="91425" bIns="45700" anchor="ctr" anchorCtr="0">
            <a:noAutofit/>
          </a:bodyPr>
          <a:lstStyle/>
          <a:p>
            <a:pPr marL="0" lvl="0" indent="0" algn="ctr" rtl="0">
              <a:spcBef>
                <a:spcPts val="1000"/>
              </a:spcBef>
              <a:spcAft>
                <a:spcPts val="0"/>
              </a:spcAft>
              <a:buNone/>
            </a:pPr>
            <a:r>
              <a:rPr lang="en-US"/>
              <a:t>Monitoring</a:t>
            </a:r>
            <a:endParaRPr/>
          </a:p>
        </p:txBody>
      </p:sp>
      <p:sp>
        <p:nvSpPr>
          <p:cNvPr id="324" name="Google Shape;324;g3f723ec14bb_0_243"/>
          <p:cNvSpPr txBox="1">
            <a:spLocks noGrp="1"/>
          </p:cNvSpPr>
          <p:nvPr>
            <p:ph type="sldNum" idx="12"/>
          </p:nvPr>
        </p:nvSpPr>
        <p:spPr>
          <a:xfrm>
            <a:off x="11409045" y="6333134"/>
            <a:ext cx="731700" cy="5250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US"/>
              <a:t>10</a:t>
            </a:fld>
            <a:endParaRPr/>
          </a:p>
        </p:txBody>
      </p:sp>
      <p:pic>
        <p:nvPicPr>
          <p:cNvPr id="325" name="Google Shape;325;g3f723ec14bb_0_243"/>
          <p:cNvPicPr preferRelativeResize="0"/>
          <p:nvPr/>
        </p:nvPicPr>
        <p:blipFill>
          <a:blip r:embed="rId3">
            <a:alphaModFix/>
          </a:blip>
          <a:stretch>
            <a:fillRect/>
          </a:stretch>
        </p:blipFill>
        <p:spPr>
          <a:xfrm>
            <a:off x="4728825" y="2023100"/>
            <a:ext cx="7216974" cy="3320425"/>
          </a:xfrm>
          <a:prstGeom prst="rect">
            <a:avLst/>
          </a:prstGeom>
          <a:noFill/>
          <a:ln>
            <a:noFill/>
          </a:ln>
        </p:spPr>
      </p:pic>
      <p:sp>
        <p:nvSpPr>
          <p:cNvPr id="326" name="Google Shape;326;g3f723ec14bb_0_243"/>
          <p:cNvSpPr/>
          <p:nvPr/>
        </p:nvSpPr>
        <p:spPr>
          <a:xfrm>
            <a:off x="386928" y="1794283"/>
            <a:ext cx="3399600" cy="379800"/>
          </a:xfrm>
          <a:prstGeom prst="roundRect">
            <a:avLst>
              <a:gd name="adj" fmla="val 50000"/>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lt1"/>
              </a:solidFill>
              <a:latin typeface="Arial"/>
              <a:ea typeface="Arial"/>
              <a:cs typeface="Arial"/>
              <a:sym typeface="Arial"/>
            </a:endParaRPr>
          </a:p>
        </p:txBody>
      </p:sp>
      <p:sp>
        <p:nvSpPr>
          <p:cNvPr id="327" name="Google Shape;327;g3f723ec14bb_0_243"/>
          <p:cNvSpPr txBox="1"/>
          <p:nvPr/>
        </p:nvSpPr>
        <p:spPr>
          <a:xfrm>
            <a:off x="535275" y="2138075"/>
            <a:ext cx="4494000" cy="12006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1">
                <a:solidFill>
                  <a:srgbClr val="3F3F3F"/>
                </a:solidFill>
              </a:rPr>
              <a:t>Evidently AI:</a:t>
            </a:r>
            <a:r>
              <a:rPr lang="en-US" sz="1200">
                <a:solidFill>
                  <a:srgbClr val="3F3F3F"/>
                </a:solidFill>
              </a:rPr>
              <a:t> Statistical drift detection</a:t>
            </a:r>
            <a:endParaRPr sz="1200">
              <a:solidFill>
                <a:srgbClr val="3F3F3F"/>
              </a:solidFill>
            </a:endParaRPr>
          </a:p>
          <a:p>
            <a:pPr marL="0" marR="0" lvl="0" indent="0" algn="l" rtl="0">
              <a:spcBef>
                <a:spcPts val="0"/>
              </a:spcBef>
              <a:spcAft>
                <a:spcPts val="0"/>
              </a:spcAft>
              <a:buNone/>
            </a:pPr>
            <a:endParaRPr sz="1200">
              <a:solidFill>
                <a:srgbClr val="3F3F3F"/>
              </a:solidFill>
            </a:endParaRPr>
          </a:p>
          <a:p>
            <a:pPr marL="0" marR="0" lvl="0" indent="0" algn="l" rtl="0">
              <a:spcBef>
                <a:spcPts val="0"/>
              </a:spcBef>
              <a:spcAft>
                <a:spcPts val="0"/>
              </a:spcAft>
              <a:buNone/>
            </a:pPr>
            <a:r>
              <a:rPr lang="en-US" sz="1200" b="1">
                <a:solidFill>
                  <a:srgbClr val="3F3F3F"/>
                </a:solidFill>
              </a:rPr>
              <a:t>Prometheus: </a:t>
            </a:r>
            <a:r>
              <a:rPr lang="en-US" sz="1200">
                <a:solidFill>
                  <a:srgbClr val="3F3F3F"/>
                </a:solidFill>
              </a:rPr>
              <a:t>Collects and stores monitoring metrics</a:t>
            </a:r>
            <a:endParaRPr sz="1200">
              <a:solidFill>
                <a:srgbClr val="3F3F3F"/>
              </a:solidFill>
            </a:endParaRPr>
          </a:p>
          <a:p>
            <a:pPr marL="0" marR="0" lvl="0" indent="0" algn="l" rtl="0">
              <a:spcBef>
                <a:spcPts val="0"/>
              </a:spcBef>
              <a:spcAft>
                <a:spcPts val="0"/>
              </a:spcAft>
              <a:buNone/>
            </a:pPr>
            <a:endParaRPr sz="1200" b="1">
              <a:solidFill>
                <a:srgbClr val="3F3F3F"/>
              </a:solidFill>
            </a:endParaRPr>
          </a:p>
          <a:p>
            <a:pPr marL="0" marR="0" lvl="0" indent="0" algn="l" rtl="0">
              <a:spcBef>
                <a:spcPts val="0"/>
              </a:spcBef>
              <a:spcAft>
                <a:spcPts val="0"/>
              </a:spcAft>
              <a:buNone/>
            </a:pPr>
            <a:r>
              <a:rPr lang="en-US" sz="1200" b="1">
                <a:solidFill>
                  <a:srgbClr val="3F3F3F"/>
                </a:solidFill>
              </a:rPr>
              <a:t>Grafana:</a:t>
            </a:r>
            <a:r>
              <a:rPr lang="en-US" sz="1200">
                <a:solidFill>
                  <a:srgbClr val="3F3F3F"/>
                </a:solidFill>
              </a:rPr>
              <a:t> Visualizes those metrics and creates dashboards/alerts</a:t>
            </a:r>
            <a:endParaRPr sz="1200">
              <a:solidFill>
                <a:srgbClr val="3F3F3F"/>
              </a:solidFill>
            </a:endParaRPr>
          </a:p>
        </p:txBody>
      </p:sp>
      <p:sp>
        <p:nvSpPr>
          <p:cNvPr id="328" name="Google Shape;328;g3f723ec14bb_0_243"/>
          <p:cNvSpPr txBox="1"/>
          <p:nvPr/>
        </p:nvSpPr>
        <p:spPr>
          <a:xfrm>
            <a:off x="491026" y="1830286"/>
            <a:ext cx="2879400" cy="307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b="1">
                <a:solidFill>
                  <a:schemeClr val="lt1"/>
                </a:solidFill>
              </a:rPr>
              <a:t>Toolset</a:t>
            </a:r>
            <a:endParaRPr sz="1400" b="1">
              <a:solidFill>
                <a:schemeClr val="lt1"/>
              </a:solidFill>
              <a:latin typeface="Arial"/>
              <a:ea typeface="Arial"/>
              <a:cs typeface="Arial"/>
              <a:sym typeface="Arial"/>
            </a:endParaRPr>
          </a:p>
        </p:txBody>
      </p:sp>
      <p:sp>
        <p:nvSpPr>
          <p:cNvPr id="329" name="Google Shape;329;g3f723ec14bb_0_243"/>
          <p:cNvSpPr/>
          <p:nvPr/>
        </p:nvSpPr>
        <p:spPr>
          <a:xfrm>
            <a:off x="386928" y="3344816"/>
            <a:ext cx="3399600" cy="379800"/>
          </a:xfrm>
          <a:prstGeom prst="roundRect">
            <a:avLst>
              <a:gd name="adj" fmla="val 50000"/>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lt1"/>
              </a:solidFill>
              <a:latin typeface="Arial"/>
              <a:ea typeface="Arial"/>
              <a:cs typeface="Arial"/>
              <a:sym typeface="Arial"/>
            </a:endParaRPr>
          </a:p>
        </p:txBody>
      </p:sp>
      <p:sp>
        <p:nvSpPr>
          <p:cNvPr id="330" name="Google Shape;330;g3f723ec14bb_0_243"/>
          <p:cNvSpPr txBox="1"/>
          <p:nvPr/>
        </p:nvSpPr>
        <p:spPr>
          <a:xfrm>
            <a:off x="535275" y="3794875"/>
            <a:ext cx="4017600" cy="2047200"/>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SzPts val="1100"/>
              <a:buNone/>
            </a:pPr>
            <a:r>
              <a:rPr lang="en-US" sz="1100" b="1">
                <a:solidFill>
                  <a:schemeClr val="dk1"/>
                </a:solidFill>
              </a:rPr>
              <a:t>Numeric columns:</a:t>
            </a:r>
            <a:r>
              <a:rPr lang="en-US" sz="1100">
                <a:solidFill>
                  <a:schemeClr val="dk1"/>
                </a:solidFill>
              </a:rPr>
              <a:t> Wasserstein distance (normalized) — drift if distance &gt; 0.1</a:t>
            </a:r>
            <a:endParaRPr sz="1100">
              <a:solidFill>
                <a:schemeClr val="dk1"/>
              </a:solidFill>
            </a:endParaRPr>
          </a:p>
          <a:p>
            <a:pPr marL="0" lvl="0" indent="0" algn="l" rtl="0">
              <a:spcBef>
                <a:spcPts val="0"/>
              </a:spcBef>
              <a:spcAft>
                <a:spcPts val="0"/>
              </a:spcAft>
              <a:buClr>
                <a:schemeClr val="dk1"/>
              </a:buClr>
              <a:buSzPts val="1100"/>
              <a:buFont typeface="Arial"/>
              <a:buNone/>
            </a:pPr>
            <a:endParaRPr sz="1100">
              <a:solidFill>
                <a:schemeClr val="dk1"/>
              </a:solidFill>
            </a:endParaRPr>
          </a:p>
          <a:p>
            <a:pPr marL="0" lvl="0" indent="0" algn="l" rtl="0">
              <a:spcBef>
                <a:spcPts val="0"/>
              </a:spcBef>
              <a:spcAft>
                <a:spcPts val="0"/>
              </a:spcAft>
              <a:buSzPts val="1100"/>
              <a:buNone/>
            </a:pPr>
            <a:r>
              <a:rPr lang="en-US" sz="1100" b="1">
                <a:solidFill>
                  <a:schemeClr val="dk1"/>
                </a:solidFill>
              </a:rPr>
              <a:t>Categorical columns:</a:t>
            </a:r>
            <a:r>
              <a:rPr lang="en-US" sz="1100">
                <a:solidFill>
                  <a:schemeClr val="dk1"/>
                </a:solidFill>
              </a:rPr>
              <a:t> Jensen-Shannon distance — drift if distance &gt; 0.1</a:t>
            </a:r>
            <a:endParaRPr sz="1200">
              <a:solidFill>
                <a:srgbClr val="3F3F3F"/>
              </a:solidFill>
            </a:endParaRPr>
          </a:p>
          <a:p>
            <a:pPr marL="0" marR="0" lvl="0" indent="0" algn="l" rtl="0">
              <a:spcBef>
                <a:spcPts val="0"/>
              </a:spcBef>
              <a:spcAft>
                <a:spcPts val="0"/>
              </a:spcAft>
              <a:buNone/>
            </a:pPr>
            <a:endParaRPr sz="1200">
              <a:solidFill>
                <a:srgbClr val="3F3F3F"/>
              </a:solidFill>
            </a:endParaRPr>
          </a:p>
          <a:p>
            <a:pPr marL="0" marR="0" lvl="0" indent="0" algn="l" rtl="0">
              <a:spcBef>
                <a:spcPts val="0"/>
              </a:spcBef>
              <a:spcAft>
                <a:spcPts val="0"/>
              </a:spcAft>
              <a:buNone/>
            </a:pPr>
            <a:r>
              <a:rPr lang="en-US" sz="1200">
                <a:solidFill>
                  <a:srgbClr val="3F3F3F"/>
                </a:solidFill>
              </a:rPr>
              <a:t>Dataset-level drift flagged when &gt;=50% of features drift</a:t>
            </a:r>
            <a:endParaRPr sz="1200">
              <a:solidFill>
                <a:srgbClr val="3F3F3F"/>
              </a:solidFill>
            </a:endParaRPr>
          </a:p>
          <a:p>
            <a:pPr marL="0" marR="0" lvl="0" indent="0" algn="l" rtl="0">
              <a:spcBef>
                <a:spcPts val="0"/>
              </a:spcBef>
              <a:spcAft>
                <a:spcPts val="0"/>
              </a:spcAft>
              <a:buNone/>
            </a:pPr>
            <a:endParaRPr sz="1200">
              <a:solidFill>
                <a:srgbClr val="3F3F3F"/>
              </a:solidFill>
            </a:endParaRPr>
          </a:p>
          <a:p>
            <a:pPr marL="0" marR="0" lvl="0" indent="0" algn="l" rtl="0">
              <a:spcBef>
                <a:spcPts val="0"/>
              </a:spcBef>
              <a:spcAft>
                <a:spcPts val="0"/>
              </a:spcAft>
              <a:buNone/>
            </a:pPr>
            <a:r>
              <a:rPr lang="en-US" sz="1200" b="1">
                <a:solidFill>
                  <a:srgbClr val="3F3F3F"/>
                </a:solidFill>
              </a:rPr>
              <a:t>Live Metrics Exposed:</a:t>
            </a:r>
            <a:r>
              <a:rPr lang="en-US" sz="1200">
                <a:solidFill>
                  <a:srgbClr val="3F3F3F"/>
                </a:solidFill>
              </a:rPr>
              <a:t> data_drift_share, drifted_columns_total, drift_detected, predicted-positive ratio</a:t>
            </a:r>
            <a:endParaRPr sz="1200">
              <a:solidFill>
                <a:srgbClr val="3F3F3F"/>
              </a:solidFill>
            </a:endParaRPr>
          </a:p>
        </p:txBody>
      </p:sp>
      <p:sp>
        <p:nvSpPr>
          <p:cNvPr id="331" name="Google Shape;331;g3f723ec14bb_0_243"/>
          <p:cNvSpPr txBox="1"/>
          <p:nvPr/>
        </p:nvSpPr>
        <p:spPr>
          <a:xfrm>
            <a:off x="491026" y="3380819"/>
            <a:ext cx="2879400" cy="307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b="1">
                <a:solidFill>
                  <a:schemeClr val="lt1"/>
                </a:solidFill>
              </a:rPr>
              <a:t>Evaluation Criteria</a:t>
            </a:r>
            <a:endParaRPr sz="1400" b="1">
              <a:solidFill>
                <a:schemeClr val="lt1"/>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36"/>
        <p:cNvGrpSpPr/>
        <p:nvPr/>
      </p:nvGrpSpPr>
      <p:grpSpPr>
        <a:xfrm>
          <a:off x="0" y="0"/>
          <a:ext cx="0" cy="0"/>
          <a:chOff x="0" y="0"/>
          <a:chExt cx="0" cy="0"/>
        </a:xfrm>
      </p:grpSpPr>
      <p:sp>
        <p:nvSpPr>
          <p:cNvPr id="337" name="Google Shape;337;g3f9a73fb217_0_0"/>
          <p:cNvSpPr txBox="1">
            <a:spLocks noGrp="1"/>
          </p:cNvSpPr>
          <p:nvPr>
            <p:ph type="body" idx="1"/>
          </p:nvPr>
        </p:nvSpPr>
        <p:spPr>
          <a:xfrm>
            <a:off x="323529" y="145548"/>
            <a:ext cx="11573100" cy="724200"/>
          </a:xfrm>
          <a:prstGeom prst="rect">
            <a:avLst/>
          </a:prstGeom>
        </p:spPr>
        <p:txBody>
          <a:bodyPr spcFirstLastPara="1" wrap="square" lIns="91425" tIns="45700" rIns="91425" bIns="45700" anchor="ctr" anchorCtr="0">
            <a:noAutofit/>
          </a:bodyPr>
          <a:lstStyle/>
          <a:p>
            <a:pPr marL="0" lvl="0" indent="0" algn="ctr" rtl="0">
              <a:spcBef>
                <a:spcPts val="1000"/>
              </a:spcBef>
              <a:spcAft>
                <a:spcPts val="0"/>
              </a:spcAft>
              <a:buNone/>
            </a:pPr>
            <a:r>
              <a:rPr lang="en-US"/>
              <a:t>Drift Simulation</a:t>
            </a:r>
            <a:endParaRPr/>
          </a:p>
        </p:txBody>
      </p:sp>
      <p:sp>
        <p:nvSpPr>
          <p:cNvPr id="338" name="Google Shape;338;g3f9a73fb217_0_0"/>
          <p:cNvSpPr txBox="1">
            <a:spLocks noGrp="1"/>
          </p:cNvSpPr>
          <p:nvPr>
            <p:ph type="sldNum" idx="12"/>
          </p:nvPr>
        </p:nvSpPr>
        <p:spPr>
          <a:xfrm>
            <a:off x="11409045" y="6333134"/>
            <a:ext cx="731700" cy="5250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US"/>
              <a:t>11</a:t>
            </a:fld>
            <a:endParaRPr/>
          </a:p>
        </p:txBody>
      </p:sp>
      <p:pic>
        <p:nvPicPr>
          <p:cNvPr id="339" name="Google Shape;339;g3f9a73fb217_0_0"/>
          <p:cNvPicPr preferRelativeResize="0"/>
          <p:nvPr/>
        </p:nvPicPr>
        <p:blipFill>
          <a:blip r:embed="rId3">
            <a:alphaModFix/>
          </a:blip>
          <a:stretch>
            <a:fillRect/>
          </a:stretch>
        </p:blipFill>
        <p:spPr>
          <a:xfrm>
            <a:off x="2008213" y="1194175"/>
            <a:ext cx="8203725" cy="3332775"/>
          </a:xfrm>
          <a:prstGeom prst="rect">
            <a:avLst/>
          </a:prstGeom>
          <a:noFill/>
          <a:ln>
            <a:noFill/>
          </a:ln>
        </p:spPr>
      </p:pic>
      <p:sp>
        <p:nvSpPr>
          <p:cNvPr id="340" name="Google Shape;340;g3f9a73fb217_0_0"/>
          <p:cNvSpPr/>
          <p:nvPr/>
        </p:nvSpPr>
        <p:spPr>
          <a:xfrm>
            <a:off x="1644684" y="4648448"/>
            <a:ext cx="4275238" cy="389400"/>
          </a:xfrm>
          <a:prstGeom prst="roundRect">
            <a:avLst>
              <a:gd name="adj" fmla="val 50000"/>
            </a:avLst>
          </a:prstGeom>
          <a:solidFill>
            <a:srgbClr val="5EC8F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600" b="1">
                <a:solidFill>
                  <a:schemeClr val="lt1"/>
                </a:solidFill>
              </a:rPr>
              <a:t>Key Takeaway</a:t>
            </a:r>
            <a:endParaRPr sz="1600" b="1">
              <a:solidFill>
                <a:schemeClr val="lt1"/>
              </a:solidFill>
              <a:latin typeface="Arial"/>
              <a:ea typeface="Arial"/>
              <a:cs typeface="Arial"/>
              <a:sym typeface="Arial"/>
            </a:endParaRPr>
          </a:p>
        </p:txBody>
      </p:sp>
      <p:sp>
        <p:nvSpPr>
          <p:cNvPr id="341" name="Google Shape;341;g3f9a73fb217_0_0"/>
          <p:cNvSpPr txBox="1"/>
          <p:nvPr/>
        </p:nvSpPr>
        <p:spPr>
          <a:xfrm>
            <a:off x="1644675" y="5057750"/>
            <a:ext cx="4451503" cy="1385400"/>
          </a:xfrm>
          <a:prstGeom prst="rect">
            <a:avLst/>
          </a:prstGeom>
          <a:noFill/>
          <a:ln>
            <a:noFill/>
          </a:ln>
        </p:spPr>
        <p:txBody>
          <a:bodyPr spcFirstLastPara="1" wrap="square" lIns="91425" tIns="45700" rIns="91425" bIns="45700" anchor="t" anchorCtr="0">
            <a:spAutoFit/>
          </a:bodyPr>
          <a:lstStyle/>
          <a:p>
            <a:pPr marL="457200" marR="0" lvl="0" indent="-304800" algn="l" rtl="0">
              <a:spcBef>
                <a:spcPts val="0"/>
              </a:spcBef>
              <a:spcAft>
                <a:spcPts val="0"/>
              </a:spcAft>
              <a:buClr>
                <a:srgbClr val="3F3F3F"/>
              </a:buClr>
              <a:buSzPts val="1200"/>
              <a:buChar char="●"/>
            </a:pPr>
            <a:r>
              <a:rPr lang="en-US" sz="1200" dirty="0">
                <a:solidFill>
                  <a:srgbClr val="3F3F3F"/>
                </a:solidFill>
              </a:rPr>
              <a:t>Aggregate dataset drift never crossed the 50% threshold in any scenario, but predicted-positive ratio swung from 0.004 to 0.953 depending on which columns drifted. </a:t>
            </a:r>
            <a:endParaRPr sz="1200" dirty="0">
              <a:solidFill>
                <a:srgbClr val="3F3F3F"/>
              </a:solidFill>
            </a:endParaRPr>
          </a:p>
          <a:p>
            <a:pPr marL="457200" marR="0" lvl="0" indent="-304800" algn="l" rtl="0">
              <a:spcBef>
                <a:spcPts val="0"/>
              </a:spcBef>
              <a:spcAft>
                <a:spcPts val="0"/>
              </a:spcAft>
              <a:buClr>
                <a:srgbClr val="3F3F3F"/>
              </a:buClr>
              <a:buSzPts val="1200"/>
              <a:buChar char="●"/>
            </a:pPr>
            <a:r>
              <a:rPr lang="en-US" sz="1200" dirty="0">
                <a:solidFill>
                  <a:srgbClr val="3F3F3F"/>
                </a:solidFill>
              </a:rPr>
              <a:t>Input drift and prediction drift don't move together, and column-level alerts caught every scenario even when the aggregate flag didn't fire. </a:t>
            </a:r>
            <a:endParaRPr dirty="0"/>
          </a:p>
        </p:txBody>
      </p:sp>
      <p:sp>
        <p:nvSpPr>
          <p:cNvPr id="342" name="Google Shape;342;g3f9a73fb217_0_0"/>
          <p:cNvSpPr/>
          <p:nvPr/>
        </p:nvSpPr>
        <p:spPr>
          <a:xfrm>
            <a:off x="6363341" y="4648448"/>
            <a:ext cx="4155256" cy="389400"/>
          </a:xfrm>
          <a:prstGeom prst="roundRect">
            <a:avLst>
              <a:gd name="adj" fmla="val 50000"/>
            </a:avLst>
          </a:pr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600" b="1">
                <a:solidFill>
                  <a:schemeClr val="lt1"/>
                </a:solidFill>
              </a:rPr>
              <a:t>Why it Matters</a:t>
            </a:r>
            <a:endParaRPr sz="1600" b="1">
              <a:solidFill>
                <a:schemeClr val="lt1"/>
              </a:solidFill>
              <a:latin typeface="Arial"/>
              <a:ea typeface="Arial"/>
              <a:cs typeface="Arial"/>
              <a:sym typeface="Arial"/>
            </a:endParaRPr>
          </a:p>
        </p:txBody>
      </p:sp>
      <p:sp>
        <p:nvSpPr>
          <p:cNvPr id="343" name="Google Shape;343;g3f9a73fb217_0_0"/>
          <p:cNvSpPr txBox="1"/>
          <p:nvPr/>
        </p:nvSpPr>
        <p:spPr>
          <a:xfrm>
            <a:off x="6363350" y="5057750"/>
            <a:ext cx="4326575" cy="1015800"/>
          </a:xfrm>
          <a:prstGeom prst="rect">
            <a:avLst/>
          </a:prstGeom>
          <a:noFill/>
          <a:ln>
            <a:noFill/>
          </a:ln>
        </p:spPr>
        <p:txBody>
          <a:bodyPr spcFirstLastPara="1" wrap="square" lIns="91425" tIns="45700" rIns="91425" bIns="45700" anchor="t" anchorCtr="0">
            <a:spAutoFit/>
          </a:bodyPr>
          <a:lstStyle/>
          <a:p>
            <a:pPr marL="457200" marR="0" lvl="0" indent="-304800" algn="l" rtl="0">
              <a:spcBef>
                <a:spcPts val="0"/>
              </a:spcBef>
              <a:spcAft>
                <a:spcPts val="0"/>
              </a:spcAft>
              <a:buClr>
                <a:srgbClr val="3F3F3F"/>
              </a:buClr>
              <a:buSzPts val="1200"/>
              <a:buChar char="●"/>
            </a:pPr>
            <a:r>
              <a:rPr lang="en-US" sz="1200">
                <a:solidFill>
                  <a:srgbClr val="3F3F3F"/>
                </a:solidFill>
              </a:rPr>
              <a:t>A monitor that only watches aggregate drift would have missed two scenarios where the model's actual output changed drastically.</a:t>
            </a:r>
            <a:endParaRPr sz="1200">
              <a:solidFill>
                <a:srgbClr val="3F3F3F"/>
              </a:solidFill>
            </a:endParaRPr>
          </a:p>
          <a:p>
            <a:pPr marL="457200" marR="0" lvl="0" indent="-304800" algn="l" rtl="0">
              <a:spcBef>
                <a:spcPts val="0"/>
              </a:spcBef>
              <a:spcAft>
                <a:spcPts val="0"/>
              </a:spcAft>
              <a:buClr>
                <a:srgbClr val="3F3F3F"/>
              </a:buClr>
              <a:buSzPts val="1200"/>
              <a:buChar char="●"/>
            </a:pPr>
            <a:r>
              <a:rPr lang="en-US" sz="1200">
                <a:solidFill>
                  <a:srgbClr val="3F3F3F"/>
                </a:solidFill>
              </a:rPr>
              <a:t>Validates the decision to track predicted-positive ratio directly, not just input distributions.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48"/>
        <p:cNvGrpSpPr/>
        <p:nvPr/>
      </p:nvGrpSpPr>
      <p:grpSpPr>
        <a:xfrm>
          <a:off x="0" y="0"/>
          <a:ext cx="0" cy="0"/>
          <a:chOff x="0" y="0"/>
          <a:chExt cx="0" cy="0"/>
        </a:xfrm>
      </p:grpSpPr>
      <p:sp>
        <p:nvSpPr>
          <p:cNvPr id="349" name="Google Shape;349;g3f723ec14bb_0_248"/>
          <p:cNvSpPr txBox="1">
            <a:spLocks noGrp="1"/>
          </p:cNvSpPr>
          <p:nvPr>
            <p:ph type="body" idx="1"/>
          </p:nvPr>
        </p:nvSpPr>
        <p:spPr>
          <a:xfrm>
            <a:off x="323529" y="145548"/>
            <a:ext cx="11573100" cy="724200"/>
          </a:xfrm>
          <a:prstGeom prst="rect">
            <a:avLst/>
          </a:prstGeom>
        </p:spPr>
        <p:txBody>
          <a:bodyPr spcFirstLastPara="1" wrap="square" lIns="91425" tIns="45700" rIns="91425" bIns="45700" anchor="ctr" anchorCtr="0">
            <a:noAutofit/>
          </a:bodyPr>
          <a:lstStyle/>
          <a:p>
            <a:pPr marL="0" lvl="0" indent="0" algn="ctr" rtl="0">
              <a:spcBef>
                <a:spcPts val="1000"/>
              </a:spcBef>
              <a:spcAft>
                <a:spcPts val="0"/>
              </a:spcAft>
              <a:buNone/>
            </a:pPr>
            <a:r>
              <a:rPr lang="en-US"/>
              <a:t>Deployment</a:t>
            </a:r>
            <a:endParaRPr/>
          </a:p>
        </p:txBody>
      </p:sp>
      <p:pic>
        <p:nvPicPr>
          <p:cNvPr id="350" name="Google Shape;350;g3f723ec14bb_0_248"/>
          <p:cNvPicPr preferRelativeResize="0"/>
          <p:nvPr/>
        </p:nvPicPr>
        <p:blipFill>
          <a:blip r:embed="rId3">
            <a:alphaModFix/>
          </a:blip>
          <a:stretch>
            <a:fillRect/>
          </a:stretch>
        </p:blipFill>
        <p:spPr>
          <a:xfrm>
            <a:off x="501550" y="1022148"/>
            <a:ext cx="4379143" cy="5683451"/>
          </a:xfrm>
          <a:prstGeom prst="rect">
            <a:avLst/>
          </a:prstGeom>
          <a:noFill/>
          <a:ln>
            <a:noFill/>
          </a:ln>
        </p:spPr>
      </p:pic>
      <p:grpSp>
        <p:nvGrpSpPr>
          <p:cNvPr id="351" name="Google Shape;351;g3f723ec14bb_0_248"/>
          <p:cNvGrpSpPr/>
          <p:nvPr/>
        </p:nvGrpSpPr>
        <p:grpSpPr>
          <a:xfrm>
            <a:off x="5979648" y="5386410"/>
            <a:ext cx="5015225" cy="954641"/>
            <a:chOff x="5011915" y="3835212"/>
            <a:chExt cx="3237300" cy="954641"/>
          </a:xfrm>
        </p:grpSpPr>
        <p:sp>
          <p:nvSpPr>
            <p:cNvPr id="352" name="Google Shape;352;g3f723ec14bb_0_248"/>
            <p:cNvSpPr txBox="1"/>
            <p:nvPr/>
          </p:nvSpPr>
          <p:spPr>
            <a:xfrm>
              <a:off x="5012206" y="3835212"/>
              <a:ext cx="3237000" cy="314100"/>
            </a:xfrm>
            <a:prstGeom prst="rect">
              <a:avLst/>
            </a:prstGeom>
            <a:noFill/>
            <a:ln>
              <a:noFill/>
            </a:ln>
          </p:spPr>
          <p:txBody>
            <a:bodyPr spcFirstLastPara="1" wrap="square" lIns="91425" tIns="45700" rIns="91425" bIns="45700" anchor="t" anchorCtr="0">
              <a:spAutoFit/>
            </a:bodyPr>
            <a:lstStyle/>
            <a:p>
              <a:pPr marL="0" marR="0" lvl="0" indent="0" algn="l" rtl="0">
                <a:lnSpc>
                  <a:spcPct val="80000"/>
                </a:lnSpc>
                <a:spcBef>
                  <a:spcPts val="0"/>
                </a:spcBef>
                <a:spcAft>
                  <a:spcPts val="0"/>
                </a:spcAft>
                <a:buNone/>
              </a:pPr>
              <a:r>
                <a:rPr lang="en-US" sz="1800" b="1">
                  <a:solidFill>
                    <a:srgbClr val="262626"/>
                  </a:solidFill>
                </a:rPr>
                <a:t>Serving Performance:</a:t>
              </a:r>
              <a:endParaRPr b="1"/>
            </a:p>
          </p:txBody>
        </p:sp>
        <p:sp>
          <p:nvSpPr>
            <p:cNvPr id="353" name="Google Shape;353;g3f723ec14bb_0_248"/>
            <p:cNvSpPr txBox="1"/>
            <p:nvPr/>
          </p:nvSpPr>
          <p:spPr>
            <a:xfrm>
              <a:off x="5011915" y="4143353"/>
              <a:ext cx="3237300" cy="646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a:solidFill>
                    <a:srgbClr val="262626"/>
                  </a:solidFill>
                </a:rPr>
                <a:t>Near-instantaneous for single-patient lookups, designed for use at the point of discharge review, not for scoring large batches of patients at once</a:t>
              </a:r>
              <a:endParaRPr/>
            </a:p>
          </p:txBody>
        </p:sp>
      </p:grpSp>
      <p:grpSp>
        <p:nvGrpSpPr>
          <p:cNvPr id="354" name="Google Shape;354;g3f723ec14bb_0_248"/>
          <p:cNvGrpSpPr/>
          <p:nvPr/>
        </p:nvGrpSpPr>
        <p:grpSpPr>
          <a:xfrm>
            <a:off x="5979752" y="4301091"/>
            <a:ext cx="5014892" cy="957547"/>
            <a:chOff x="672425" y="3751768"/>
            <a:chExt cx="3237085" cy="957547"/>
          </a:xfrm>
        </p:grpSpPr>
        <p:sp>
          <p:nvSpPr>
            <p:cNvPr id="355" name="Google Shape;355;g3f723ec14bb_0_248"/>
            <p:cNvSpPr txBox="1"/>
            <p:nvPr/>
          </p:nvSpPr>
          <p:spPr>
            <a:xfrm>
              <a:off x="672510" y="3751768"/>
              <a:ext cx="3237000" cy="314100"/>
            </a:xfrm>
            <a:prstGeom prst="rect">
              <a:avLst/>
            </a:prstGeom>
            <a:noFill/>
            <a:ln>
              <a:noFill/>
            </a:ln>
          </p:spPr>
          <p:txBody>
            <a:bodyPr spcFirstLastPara="1" wrap="square" lIns="91425" tIns="45700" rIns="91425" bIns="45700" anchor="t" anchorCtr="0">
              <a:spAutoFit/>
            </a:bodyPr>
            <a:lstStyle/>
            <a:p>
              <a:pPr marL="0" marR="0" lvl="0" indent="0" algn="l" rtl="0">
                <a:lnSpc>
                  <a:spcPct val="80000"/>
                </a:lnSpc>
                <a:spcBef>
                  <a:spcPts val="0"/>
                </a:spcBef>
                <a:spcAft>
                  <a:spcPts val="0"/>
                </a:spcAft>
                <a:buNone/>
              </a:pPr>
              <a:r>
                <a:rPr lang="en-US" sz="1800" b="1">
                  <a:solidFill>
                    <a:srgbClr val="262626"/>
                  </a:solidFill>
                </a:rPr>
                <a:t>Feature Flow:</a:t>
              </a:r>
              <a:endParaRPr/>
            </a:p>
          </p:txBody>
        </p:sp>
        <p:sp>
          <p:nvSpPr>
            <p:cNvPr id="356" name="Google Shape;356;g3f723ec14bb_0_248"/>
            <p:cNvSpPr txBox="1"/>
            <p:nvPr/>
          </p:nvSpPr>
          <p:spPr>
            <a:xfrm>
              <a:off x="672425" y="4062815"/>
              <a:ext cx="3237000" cy="646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a:solidFill>
                    <a:srgbClr val="262626"/>
                  </a:solidFill>
                </a:rPr>
                <a:t>Raw data flows into Feast, and features are retrieved from the feature store and passed to the model at inference time, so the features the model sees in production match what it was trained on</a:t>
              </a:r>
              <a:endParaRPr/>
            </a:p>
          </p:txBody>
        </p:sp>
      </p:grpSp>
      <p:grpSp>
        <p:nvGrpSpPr>
          <p:cNvPr id="357" name="Google Shape;357;g3f723ec14bb_0_248"/>
          <p:cNvGrpSpPr/>
          <p:nvPr/>
        </p:nvGrpSpPr>
        <p:grpSpPr>
          <a:xfrm>
            <a:off x="5979948" y="3325491"/>
            <a:ext cx="5014910" cy="769839"/>
            <a:chOff x="5012109" y="2545756"/>
            <a:chExt cx="3237097" cy="769839"/>
          </a:xfrm>
        </p:grpSpPr>
        <p:sp>
          <p:nvSpPr>
            <p:cNvPr id="358" name="Google Shape;358;g3f723ec14bb_0_248"/>
            <p:cNvSpPr txBox="1"/>
            <p:nvPr/>
          </p:nvSpPr>
          <p:spPr>
            <a:xfrm>
              <a:off x="5012206" y="2545756"/>
              <a:ext cx="3237000" cy="314100"/>
            </a:xfrm>
            <a:prstGeom prst="rect">
              <a:avLst/>
            </a:prstGeom>
            <a:noFill/>
            <a:ln>
              <a:noFill/>
            </a:ln>
          </p:spPr>
          <p:txBody>
            <a:bodyPr spcFirstLastPara="1" wrap="square" lIns="91425" tIns="45700" rIns="91425" bIns="45700" anchor="t" anchorCtr="0">
              <a:spAutoFit/>
            </a:bodyPr>
            <a:lstStyle/>
            <a:p>
              <a:pPr marL="0" marR="0" lvl="0" indent="0" algn="l" rtl="0">
                <a:lnSpc>
                  <a:spcPct val="80000"/>
                </a:lnSpc>
                <a:spcBef>
                  <a:spcPts val="0"/>
                </a:spcBef>
                <a:spcAft>
                  <a:spcPts val="0"/>
                </a:spcAft>
                <a:buNone/>
              </a:pPr>
              <a:r>
                <a:rPr lang="en-US" sz="1800" b="1">
                  <a:solidFill>
                    <a:srgbClr val="262626"/>
                  </a:solidFill>
                </a:rPr>
                <a:t>Endpoint:</a:t>
              </a:r>
              <a:endParaRPr b="1"/>
            </a:p>
          </p:txBody>
        </p:sp>
        <p:sp>
          <p:nvSpPr>
            <p:cNvPr id="359" name="Google Shape;359;g3f723ec14bb_0_248"/>
            <p:cNvSpPr txBox="1"/>
            <p:nvPr/>
          </p:nvSpPr>
          <p:spPr>
            <a:xfrm>
              <a:off x="5012109" y="2853895"/>
              <a:ext cx="3237000" cy="4617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a:solidFill>
                    <a:srgbClr val="262626"/>
                  </a:solidFill>
                </a:rPr>
                <a:t>Takes encounter-level features as input and returns a readmission risk score</a:t>
              </a:r>
              <a:endParaRPr/>
            </a:p>
          </p:txBody>
        </p:sp>
      </p:grpSp>
      <p:grpSp>
        <p:nvGrpSpPr>
          <p:cNvPr id="360" name="Google Shape;360;g3f723ec14bb_0_248"/>
          <p:cNvGrpSpPr/>
          <p:nvPr/>
        </p:nvGrpSpPr>
        <p:grpSpPr>
          <a:xfrm>
            <a:off x="5979883" y="2477629"/>
            <a:ext cx="5014902" cy="590847"/>
            <a:chOff x="672510" y="2545756"/>
            <a:chExt cx="3237092" cy="590847"/>
          </a:xfrm>
        </p:grpSpPr>
        <p:sp>
          <p:nvSpPr>
            <p:cNvPr id="361" name="Google Shape;361;g3f723ec14bb_0_248"/>
            <p:cNvSpPr txBox="1"/>
            <p:nvPr/>
          </p:nvSpPr>
          <p:spPr>
            <a:xfrm>
              <a:off x="672510" y="2545756"/>
              <a:ext cx="3237000" cy="314100"/>
            </a:xfrm>
            <a:prstGeom prst="rect">
              <a:avLst/>
            </a:prstGeom>
            <a:noFill/>
            <a:ln>
              <a:noFill/>
            </a:ln>
          </p:spPr>
          <p:txBody>
            <a:bodyPr spcFirstLastPara="1" wrap="square" lIns="91425" tIns="45700" rIns="91425" bIns="45700" anchor="t" anchorCtr="0">
              <a:spAutoFit/>
            </a:bodyPr>
            <a:lstStyle/>
            <a:p>
              <a:pPr marL="0" marR="0" lvl="0" indent="0" algn="l" rtl="0">
                <a:lnSpc>
                  <a:spcPct val="80000"/>
                </a:lnSpc>
                <a:spcBef>
                  <a:spcPts val="0"/>
                </a:spcBef>
                <a:spcAft>
                  <a:spcPts val="0"/>
                </a:spcAft>
                <a:buNone/>
              </a:pPr>
              <a:r>
                <a:rPr lang="en-US" sz="1800" b="1">
                  <a:solidFill>
                    <a:srgbClr val="262626"/>
                  </a:solidFill>
                </a:rPr>
                <a:t>Model Served:</a:t>
              </a:r>
              <a:endParaRPr b="1"/>
            </a:p>
          </p:txBody>
        </p:sp>
        <p:sp>
          <p:nvSpPr>
            <p:cNvPr id="362" name="Google Shape;362;g3f723ec14bb_0_248"/>
            <p:cNvSpPr txBox="1"/>
            <p:nvPr/>
          </p:nvSpPr>
          <p:spPr>
            <a:xfrm>
              <a:off x="672602" y="2859703"/>
              <a:ext cx="3237000" cy="2769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a:solidFill>
                    <a:srgbClr val="262626"/>
                  </a:solidFill>
                </a:rPr>
                <a:t>MLflow-registered CatBoost model </a:t>
              </a:r>
              <a:endParaRPr/>
            </a:p>
          </p:txBody>
        </p:sp>
      </p:grpSp>
      <p:grpSp>
        <p:nvGrpSpPr>
          <p:cNvPr id="363" name="Google Shape;363;g3f723ec14bb_0_248"/>
          <p:cNvGrpSpPr/>
          <p:nvPr/>
        </p:nvGrpSpPr>
        <p:grpSpPr>
          <a:xfrm>
            <a:off x="5979602" y="1421452"/>
            <a:ext cx="5015045" cy="769849"/>
            <a:chOff x="8425204" y="-161730"/>
            <a:chExt cx="3237183" cy="769849"/>
          </a:xfrm>
        </p:grpSpPr>
        <p:sp>
          <p:nvSpPr>
            <p:cNvPr id="364" name="Google Shape;364;g3f723ec14bb_0_248"/>
            <p:cNvSpPr txBox="1"/>
            <p:nvPr/>
          </p:nvSpPr>
          <p:spPr>
            <a:xfrm>
              <a:off x="8425387" y="-161730"/>
              <a:ext cx="3237000" cy="314100"/>
            </a:xfrm>
            <a:prstGeom prst="rect">
              <a:avLst/>
            </a:prstGeom>
            <a:noFill/>
            <a:ln>
              <a:noFill/>
            </a:ln>
          </p:spPr>
          <p:txBody>
            <a:bodyPr spcFirstLastPara="1" wrap="square" lIns="91425" tIns="45700" rIns="91425" bIns="45700" anchor="t" anchorCtr="0">
              <a:spAutoFit/>
            </a:bodyPr>
            <a:lstStyle/>
            <a:p>
              <a:pPr marL="0" marR="0" lvl="0" indent="0" algn="l" rtl="0">
                <a:lnSpc>
                  <a:spcPct val="80000"/>
                </a:lnSpc>
                <a:spcBef>
                  <a:spcPts val="0"/>
                </a:spcBef>
                <a:spcAft>
                  <a:spcPts val="0"/>
                </a:spcAft>
                <a:buNone/>
              </a:pPr>
              <a:r>
                <a:rPr lang="en-US" sz="1800" b="1">
                  <a:solidFill>
                    <a:srgbClr val="262626"/>
                  </a:solidFill>
                </a:rPr>
                <a:t>Why Docker:</a:t>
              </a:r>
              <a:endParaRPr b="1"/>
            </a:p>
          </p:txBody>
        </p:sp>
        <p:sp>
          <p:nvSpPr>
            <p:cNvPr id="365" name="Google Shape;365;g3f723ec14bb_0_248"/>
            <p:cNvSpPr txBox="1"/>
            <p:nvPr/>
          </p:nvSpPr>
          <p:spPr>
            <a:xfrm>
              <a:off x="8425204" y="146419"/>
              <a:ext cx="3237000" cy="4617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a:solidFill>
                    <a:srgbClr val="262626"/>
                  </a:solidFill>
                </a:rPr>
                <a:t>Portable and reproducible deployment, consistent with how the rest of the pipeline is already environment-pinned end to end</a:t>
              </a:r>
              <a:endParaRPr/>
            </a:p>
          </p:txBody>
        </p:sp>
      </p:grpSp>
      <p:sp>
        <p:nvSpPr>
          <p:cNvPr id="366" name="Google Shape;366;g3f723ec14bb_0_248"/>
          <p:cNvSpPr txBox="1">
            <a:spLocks noGrp="1"/>
          </p:cNvSpPr>
          <p:nvPr>
            <p:ph type="sldNum" idx="12"/>
          </p:nvPr>
        </p:nvSpPr>
        <p:spPr>
          <a:xfrm>
            <a:off x="11409045" y="6333134"/>
            <a:ext cx="731700" cy="5250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70"/>
        <p:cNvGrpSpPr/>
        <p:nvPr/>
      </p:nvGrpSpPr>
      <p:grpSpPr>
        <a:xfrm>
          <a:off x="0" y="0"/>
          <a:ext cx="0" cy="0"/>
          <a:chOff x="0" y="0"/>
          <a:chExt cx="0" cy="0"/>
        </a:xfrm>
      </p:grpSpPr>
      <p:sp>
        <p:nvSpPr>
          <p:cNvPr id="371" name="Google Shape;371;g3f723ec14bb_0_253"/>
          <p:cNvSpPr txBox="1"/>
          <p:nvPr/>
        </p:nvSpPr>
        <p:spPr>
          <a:xfrm>
            <a:off x="6365533" y="2841091"/>
            <a:ext cx="5762946" cy="831000"/>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None/>
            </a:pPr>
            <a:r>
              <a:rPr lang="en-US" sz="4800" b="1">
                <a:solidFill>
                  <a:srgbClr val="262626"/>
                </a:solidFill>
              </a:rPr>
              <a:t>Demo</a:t>
            </a:r>
            <a:endParaRPr sz="4800" b="1">
              <a:solidFill>
                <a:srgbClr val="262626"/>
              </a:solidFill>
              <a:latin typeface="Arial"/>
              <a:ea typeface="Arial"/>
              <a:cs typeface="Arial"/>
              <a:sym typeface="Arial"/>
            </a:endParaRPr>
          </a:p>
        </p:txBody>
      </p:sp>
      <p:sp>
        <p:nvSpPr>
          <p:cNvPr id="372" name="Google Shape;372;g3f723ec14bb_0_253"/>
          <p:cNvSpPr txBox="1">
            <a:spLocks noGrp="1"/>
          </p:cNvSpPr>
          <p:nvPr>
            <p:ph type="sldNum" idx="12"/>
          </p:nvPr>
        </p:nvSpPr>
        <p:spPr>
          <a:xfrm>
            <a:off x="11409045" y="6333134"/>
            <a:ext cx="731700" cy="5250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US"/>
              <a:t>13</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77"/>
        <p:cNvGrpSpPr/>
        <p:nvPr/>
      </p:nvGrpSpPr>
      <p:grpSpPr>
        <a:xfrm>
          <a:off x="0" y="0"/>
          <a:ext cx="0" cy="0"/>
          <a:chOff x="0" y="0"/>
          <a:chExt cx="0" cy="0"/>
        </a:xfrm>
      </p:grpSpPr>
      <p:sp>
        <p:nvSpPr>
          <p:cNvPr id="378" name="Google Shape;378;g3f723ec14bb_0_259"/>
          <p:cNvSpPr txBox="1">
            <a:spLocks noGrp="1"/>
          </p:cNvSpPr>
          <p:nvPr>
            <p:ph type="body" idx="1"/>
          </p:nvPr>
        </p:nvSpPr>
        <p:spPr>
          <a:xfrm>
            <a:off x="323529" y="145548"/>
            <a:ext cx="11573100" cy="724200"/>
          </a:xfrm>
          <a:prstGeom prst="rect">
            <a:avLst/>
          </a:prstGeom>
        </p:spPr>
        <p:txBody>
          <a:bodyPr spcFirstLastPara="1" wrap="square" lIns="91425" tIns="45700" rIns="91425" bIns="45700" anchor="ctr" anchorCtr="0">
            <a:noAutofit/>
          </a:bodyPr>
          <a:lstStyle/>
          <a:p>
            <a:pPr marL="0" lvl="0" indent="0" algn="ctr" rtl="0">
              <a:spcBef>
                <a:spcPts val="1000"/>
              </a:spcBef>
              <a:spcAft>
                <a:spcPts val="0"/>
              </a:spcAft>
              <a:buNone/>
            </a:pPr>
            <a:r>
              <a:rPr lang="en-US"/>
              <a:t>Next Steps</a:t>
            </a:r>
            <a:endParaRPr/>
          </a:p>
        </p:txBody>
      </p:sp>
      <p:grpSp>
        <p:nvGrpSpPr>
          <p:cNvPr id="379" name="Google Shape;379;g3f723ec14bb_0_259"/>
          <p:cNvGrpSpPr/>
          <p:nvPr/>
        </p:nvGrpSpPr>
        <p:grpSpPr>
          <a:xfrm>
            <a:off x="7020893" y="1502896"/>
            <a:ext cx="4752761" cy="4998675"/>
            <a:chOff x="4265880" y="0"/>
            <a:chExt cx="6520457" cy="6857834"/>
          </a:xfrm>
        </p:grpSpPr>
        <p:grpSp>
          <p:nvGrpSpPr>
            <p:cNvPr id="380" name="Google Shape;380;g3f723ec14bb_0_259"/>
            <p:cNvGrpSpPr/>
            <p:nvPr/>
          </p:nvGrpSpPr>
          <p:grpSpPr>
            <a:xfrm>
              <a:off x="4265880" y="0"/>
              <a:ext cx="6520457" cy="6857834"/>
              <a:chOff x="4265880" y="0"/>
              <a:chExt cx="6520457" cy="6857834"/>
            </a:xfrm>
          </p:grpSpPr>
          <p:sp>
            <p:nvSpPr>
              <p:cNvPr id="381" name="Google Shape;381;g3f723ec14bb_0_259"/>
              <p:cNvSpPr/>
              <p:nvPr/>
            </p:nvSpPr>
            <p:spPr>
              <a:xfrm>
                <a:off x="4433673" y="0"/>
                <a:ext cx="6139507" cy="4693332"/>
              </a:xfrm>
              <a:custGeom>
                <a:avLst/>
                <a:gdLst/>
                <a:ahLst/>
                <a:cxnLst/>
                <a:rect l="l" t="t" r="r" b="b"/>
                <a:pathLst>
                  <a:path w="6139507" h="4693332" extrusionOk="0">
                    <a:moveTo>
                      <a:pt x="6139477" y="3471591"/>
                    </a:moveTo>
                    <a:cubicBezTo>
                      <a:pt x="6137335" y="3164373"/>
                      <a:pt x="6040733" y="2864657"/>
                      <a:pt x="5816615" y="2625967"/>
                    </a:cubicBezTo>
                    <a:cubicBezTo>
                      <a:pt x="5698369" y="2500005"/>
                      <a:pt x="5563995" y="2390491"/>
                      <a:pt x="5423727" y="2290086"/>
                    </a:cubicBezTo>
                    <a:cubicBezTo>
                      <a:pt x="5216969" y="2142049"/>
                      <a:pt x="4999281" y="2004407"/>
                      <a:pt x="4823009" y="1818920"/>
                    </a:cubicBezTo>
                    <a:cubicBezTo>
                      <a:pt x="4801953" y="1796738"/>
                      <a:pt x="4781593" y="1773914"/>
                      <a:pt x="4761877" y="1750500"/>
                    </a:cubicBezTo>
                    <a:cubicBezTo>
                      <a:pt x="4646255" y="1612483"/>
                      <a:pt x="4559191" y="1454053"/>
                      <a:pt x="4470144" y="1298408"/>
                    </a:cubicBezTo>
                    <a:cubicBezTo>
                      <a:pt x="4378257" y="1137781"/>
                      <a:pt x="4276084" y="987066"/>
                      <a:pt x="4163945" y="840208"/>
                    </a:cubicBezTo>
                    <a:cubicBezTo>
                      <a:pt x="3953972" y="565245"/>
                      <a:pt x="3699637" y="316642"/>
                      <a:pt x="3389848" y="162605"/>
                    </a:cubicBezTo>
                    <a:cubicBezTo>
                      <a:pt x="2994923" y="-33812"/>
                      <a:pt x="2497718" y="-68102"/>
                      <a:pt x="2103758" y="147550"/>
                    </a:cubicBezTo>
                    <a:cubicBezTo>
                      <a:pt x="1676687" y="381311"/>
                      <a:pt x="1464036" y="865390"/>
                      <a:pt x="1362130" y="1320482"/>
                    </a:cubicBezTo>
                    <a:cubicBezTo>
                      <a:pt x="1321786" y="1500666"/>
                      <a:pt x="1295640" y="1686314"/>
                      <a:pt x="1219398" y="1854442"/>
                    </a:cubicBezTo>
                    <a:cubicBezTo>
                      <a:pt x="1138066" y="2033661"/>
                      <a:pt x="1007496" y="2160695"/>
                      <a:pt x="862996" y="2288800"/>
                    </a:cubicBezTo>
                    <a:cubicBezTo>
                      <a:pt x="705744" y="2428264"/>
                      <a:pt x="548760" y="2573300"/>
                      <a:pt x="407153" y="2728837"/>
                    </a:cubicBezTo>
                    <a:cubicBezTo>
                      <a:pt x="248562" y="2902966"/>
                      <a:pt x="109259" y="3102169"/>
                      <a:pt x="37571" y="3328591"/>
                    </a:cubicBezTo>
                    <a:cubicBezTo>
                      <a:pt x="-36313" y="3561923"/>
                      <a:pt x="3710" y="3818241"/>
                      <a:pt x="114456" y="4033464"/>
                    </a:cubicBezTo>
                    <a:cubicBezTo>
                      <a:pt x="176446" y="4153854"/>
                      <a:pt x="259063" y="4262618"/>
                      <a:pt x="352986" y="4359809"/>
                    </a:cubicBezTo>
                    <a:cubicBezTo>
                      <a:pt x="399277" y="4407708"/>
                      <a:pt x="604535" y="4603857"/>
                      <a:pt x="651577" y="4614037"/>
                    </a:cubicBezTo>
                    <a:cubicBezTo>
                      <a:pt x="660364" y="4615966"/>
                      <a:pt x="3037786" y="3409761"/>
                      <a:pt x="3052145" y="3410029"/>
                    </a:cubicBezTo>
                    <a:cubicBezTo>
                      <a:pt x="3052145" y="3410029"/>
                      <a:pt x="5278262" y="4539724"/>
                      <a:pt x="5634718" y="4693333"/>
                    </a:cubicBezTo>
                    <a:cubicBezTo>
                      <a:pt x="5942096" y="4406314"/>
                      <a:pt x="6142371" y="3885910"/>
                      <a:pt x="6139477" y="3471591"/>
                    </a:cubicBezTo>
                    <a:close/>
                  </a:path>
                </a:pathLst>
              </a:custGeom>
              <a:solidFill>
                <a:srgbClr val="C5DEF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82" name="Google Shape;382;g3f723ec14bb_0_259"/>
              <p:cNvSpPr/>
              <p:nvPr/>
            </p:nvSpPr>
            <p:spPr>
              <a:xfrm>
                <a:off x="4265880" y="3402046"/>
                <a:ext cx="6515100" cy="3268265"/>
              </a:xfrm>
              <a:custGeom>
                <a:avLst/>
                <a:gdLst/>
                <a:ahLst/>
                <a:cxnLst/>
                <a:rect l="l" t="t" r="r" b="b"/>
                <a:pathLst>
                  <a:path w="6515100" h="3268265" extrusionOk="0">
                    <a:moveTo>
                      <a:pt x="3225403" y="0"/>
                    </a:moveTo>
                    <a:lnTo>
                      <a:pt x="0" y="1612702"/>
                    </a:lnTo>
                    <a:lnTo>
                      <a:pt x="3273624" y="3268266"/>
                    </a:lnTo>
                    <a:lnTo>
                      <a:pt x="6515100" y="1634133"/>
                    </a:lnTo>
                    <a:close/>
                  </a:path>
                </a:pathLst>
              </a:custGeom>
              <a:solidFill>
                <a:srgbClr val="A5CCFC"/>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83" name="Google Shape;383;g3f723ec14bb_0_259"/>
              <p:cNvSpPr/>
              <p:nvPr/>
            </p:nvSpPr>
            <p:spPr>
              <a:xfrm>
                <a:off x="4265880" y="5014747"/>
                <a:ext cx="6520457" cy="1843087"/>
              </a:xfrm>
              <a:custGeom>
                <a:avLst/>
                <a:gdLst/>
                <a:ahLst/>
                <a:cxnLst/>
                <a:rect l="l" t="t" r="r" b="b"/>
                <a:pathLst>
                  <a:path w="6520457" h="1843087" extrusionOk="0">
                    <a:moveTo>
                      <a:pt x="0" y="0"/>
                    </a:moveTo>
                    <a:lnTo>
                      <a:pt x="4018" y="170111"/>
                    </a:lnTo>
                    <a:lnTo>
                      <a:pt x="3273624" y="1843088"/>
                    </a:lnTo>
                    <a:lnTo>
                      <a:pt x="6520458" y="219670"/>
                    </a:lnTo>
                    <a:lnTo>
                      <a:pt x="6515100" y="21431"/>
                    </a:lnTo>
                    <a:lnTo>
                      <a:pt x="3273624" y="1655564"/>
                    </a:lnTo>
                    <a:close/>
                  </a:path>
                </a:pathLst>
              </a:custGeom>
              <a:solidFill>
                <a:srgbClr val="C5DEF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384" name="Google Shape;384;g3f723ec14bb_0_259"/>
            <p:cNvGrpSpPr/>
            <p:nvPr/>
          </p:nvGrpSpPr>
          <p:grpSpPr>
            <a:xfrm>
              <a:off x="8127334" y="1851153"/>
              <a:ext cx="2339430" cy="1835714"/>
              <a:chOff x="8127334" y="1851153"/>
              <a:chExt cx="2339430" cy="1835714"/>
            </a:xfrm>
          </p:grpSpPr>
          <p:sp>
            <p:nvSpPr>
              <p:cNvPr id="385" name="Google Shape;385;g3f723ec14bb_0_259"/>
              <p:cNvSpPr/>
              <p:nvPr/>
            </p:nvSpPr>
            <p:spPr>
              <a:xfrm>
                <a:off x="8127334" y="1851153"/>
                <a:ext cx="2339430" cy="1835714"/>
              </a:xfrm>
              <a:custGeom>
                <a:avLst/>
                <a:gdLst/>
                <a:ahLst/>
                <a:cxnLst/>
                <a:rect l="l" t="t" r="r" b="b"/>
                <a:pathLst>
                  <a:path w="2339430" h="1835714" extrusionOk="0">
                    <a:moveTo>
                      <a:pt x="2334910" y="1835714"/>
                    </a:moveTo>
                    <a:cubicBezTo>
                      <a:pt x="2262044" y="1811122"/>
                      <a:pt x="82217" y="894025"/>
                      <a:pt x="19477" y="867986"/>
                    </a:cubicBezTo>
                    <a:cubicBezTo>
                      <a:pt x="5815" y="862307"/>
                      <a:pt x="672" y="854270"/>
                      <a:pt x="564" y="838786"/>
                    </a:cubicBezTo>
                    <a:cubicBezTo>
                      <a:pt x="-2061" y="559215"/>
                      <a:pt x="5493" y="279591"/>
                      <a:pt x="2493" y="20"/>
                    </a:cubicBezTo>
                    <a:cubicBezTo>
                      <a:pt x="14923" y="-4909"/>
                      <a:pt x="2119312" y="883952"/>
                      <a:pt x="2291994" y="955961"/>
                    </a:cubicBezTo>
                    <a:cubicBezTo>
                      <a:pt x="2321408" y="968231"/>
                      <a:pt x="2333249" y="985537"/>
                      <a:pt x="2333517" y="1018594"/>
                    </a:cubicBezTo>
                    <a:cubicBezTo>
                      <a:pt x="2335446" y="1278502"/>
                      <a:pt x="2344929" y="1824838"/>
                      <a:pt x="2334910" y="1835714"/>
                    </a:cubicBezTo>
                    <a:close/>
                  </a:path>
                </a:pathLst>
              </a:custGeom>
              <a:solidFill>
                <a:srgbClr val="63A7F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86" name="Google Shape;386;g3f723ec14bb_0_259"/>
              <p:cNvSpPr/>
              <p:nvPr/>
            </p:nvSpPr>
            <p:spPr>
              <a:xfrm>
                <a:off x="8128434" y="1891178"/>
                <a:ext cx="2300968" cy="1784169"/>
              </a:xfrm>
              <a:custGeom>
                <a:avLst/>
                <a:gdLst/>
                <a:ahLst/>
                <a:cxnLst/>
                <a:rect l="l" t="t" r="r" b="b"/>
                <a:pathLst>
                  <a:path w="2300968" h="1784169" extrusionOk="0">
                    <a:moveTo>
                      <a:pt x="2293091" y="1784170"/>
                    </a:moveTo>
                    <a:cubicBezTo>
                      <a:pt x="2221403" y="1759792"/>
                      <a:pt x="79992" y="857268"/>
                      <a:pt x="18377" y="831604"/>
                    </a:cubicBezTo>
                    <a:cubicBezTo>
                      <a:pt x="4929" y="826032"/>
                      <a:pt x="0" y="818263"/>
                      <a:pt x="0" y="803422"/>
                    </a:cubicBezTo>
                    <a:cubicBezTo>
                      <a:pt x="643" y="535639"/>
                      <a:pt x="697" y="267802"/>
                      <a:pt x="911" y="18"/>
                    </a:cubicBezTo>
                    <a:cubicBezTo>
                      <a:pt x="13288" y="-4590"/>
                      <a:pt x="2091101" y="870234"/>
                      <a:pt x="2260729" y="941064"/>
                    </a:cubicBezTo>
                    <a:cubicBezTo>
                      <a:pt x="2289608" y="953119"/>
                      <a:pt x="2301127" y="969836"/>
                      <a:pt x="2300966" y="1001501"/>
                    </a:cubicBezTo>
                    <a:cubicBezTo>
                      <a:pt x="2300002" y="1250532"/>
                      <a:pt x="2303110" y="1773829"/>
                      <a:pt x="2293091" y="1784170"/>
                    </a:cubicBezTo>
                    <a:close/>
                  </a:path>
                </a:pathLst>
              </a:custGeom>
              <a:solidFill>
                <a:srgbClr val="89BCFC"/>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87" name="Google Shape;387;g3f723ec14bb_0_259"/>
              <p:cNvSpPr/>
              <p:nvPr/>
            </p:nvSpPr>
            <p:spPr>
              <a:xfrm>
                <a:off x="8344577" y="2221984"/>
                <a:ext cx="540949" cy="584898"/>
              </a:xfrm>
              <a:custGeom>
                <a:avLst/>
                <a:gdLst/>
                <a:ahLst/>
                <a:cxnLst/>
                <a:rect l="l" t="t" r="r" b="b"/>
                <a:pathLst>
                  <a:path w="540949" h="584898" extrusionOk="0">
                    <a:moveTo>
                      <a:pt x="168815" y="3"/>
                    </a:moveTo>
                    <a:cubicBezTo>
                      <a:pt x="245968" y="378"/>
                      <a:pt x="310637" y="33811"/>
                      <a:pt x="367751" y="81228"/>
                    </a:cubicBezTo>
                    <a:cubicBezTo>
                      <a:pt x="456958" y="155165"/>
                      <a:pt x="517287" y="247856"/>
                      <a:pt x="537486" y="364013"/>
                    </a:cubicBezTo>
                    <a:cubicBezTo>
                      <a:pt x="551524" y="444809"/>
                      <a:pt x="522056" y="525176"/>
                      <a:pt x="464084" y="560430"/>
                    </a:cubicBezTo>
                    <a:cubicBezTo>
                      <a:pt x="412167" y="591988"/>
                      <a:pt x="357089" y="589416"/>
                      <a:pt x="301421" y="572968"/>
                    </a:cubicBezTo>
                    <a:cubicBezTo>
                      <a:pt x="157617" y="530426"/>
                      <a:pt x="20993" y="366638"/>
                      <a:pt x="2723" y="217745"/>
                    </a:cubicBezTo>
                    <a:cubicBezTo>
                      <a:pt x="-1242" y="185276"/>
                      <a:pt x="-1510" y="153558"/>
                      <a:pt x="6206" y="122268"/>
                    </a:cubicBezTo>
                    <a:cubicBezTo>
                      <a:pt x="25762" y="42651"/>
                      <a:pt x="83894" y="-425"/>
                      <a:pt x="168815" y="3"/>
                    </a:cubicBezTo>
                    <a:close/>
                  </a:path>
                </a:pathLst>
              </a:custGeom>
              <a:solidFill>
                <a:srgbClr val="017AC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88" name="Google Shape;388;g3f723ec14bb_0_259"/>
              <p:cNvSpPr/>
              <p:nvPr/>
            </p:nvSpPr>
            <p:spPr>
              <a:xfrm>
                <a:off x="9059204" y="2880575"/>
                <a:ext cx="754402" cy="375502"/>
              </a:xfrm>
              <a:custGeom>
                <a:avLst/>
                <a:gdLst/>
                <a:ahLst/>
                <a:cxnLst/>
                <a:rect l="l" t="t" r="r" b="b"/>
                <a:pathLst>
                  <a:path w="754402" h="375502" extrusionOk="0">
                    <a:moveTo>
                      <a:pt x="1811" y="35571"/>
                    </a:moveTo>
                    <a:cubicBezTo>
                      <a:pt x="1811" y="29516"/>
                      <a:pt x="1811" y="27695"/>
                      <a:pt x="1811" y="25926"/>
                    </a:cubicBezTo>
                    <a:cubicBezTo>
                      <a:pt x="1864" y="-5095"/>
                      <a:pt x="1543" y="-4238"/>
                      <a:pt x="29457" y="7603"/>
                    </a:cubicBezTo>
                    <a:cubicBezTo>
                      <a:pt x="181833" y="72057"/>
                      <a:pt x="647748" y="267457"/>
                      <a:pt x="728062" y="301265"/>
                    </a:cubicBezTo>
                    <a:cubicBezTo>
                      <a:pt x="747565" y="309462"/>
                      <a:pt x="761977" y="355271"/>
                      <a:pt x="750083" y="371184"/>
                    </a:cubicBezTo>
                    <a:cubicBezTo>
                      <a:pt x="743117" y="380506"/>
                      <a:pt x="734813" y="372202"/>
                      <a:pt x="728759" y="369738"/>
                    </a:cubicBezTo>
                    <a:cubicBezTo>
                      <a:pt x="669448" y="345520"/>
                      <a:pt x="205729" y="149531"/>
                      <a:pt x="32296" y="77737"/>
                    </a:cubicBezTo>
                    <a:cubicBezTo>
                      <a:pt x="9365" y="68200"/>
                      <a:pt x="-5315" y="58288"/>
                      <a:pt x="1811" y="35571"/>
                    </a:cubicBezTo>
                    <a:close/>
                  </a:path>
                </a:pathLst>
              </a:custGeom>
              <a:solidFill>
                <a:srgbClr val="D4EEF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89" name="Google Shape;389;g3f723ec14bb_0_259"/>
              <p:cNvSpPr/>
              <p:nvPr/>
            </p:nvSpPr>
            <p:spPr>
              <a:xfrm>
                <a:off x="9455323" y="2732914"/>
                <a:ext cx="753033" cy="378309"/>
              </a:xfrm>
              <a:custGeom>
                <a:avLst/>
                <a:gdLst/>
                <a:ahLst/>
                <a:cxnLst/>
                <a:rect l="l" t="t" r="r" b="b"/>
                <a:pathLst>
                  <a:path w="753033" h="378309" extrusionOk="0">
                    <a:moveTo>
                      <a:pt x="751942" y="378310"/>
                    </a:moveTo>
                    <a:cubicBezTo>
                      <a:pt x="654216" y="337269"/>
                      <a:pt x="171744" y="134583"/>
                      <a:pt x="24029" y="72486"/>
                    </a:cubicBezTo>
                    <a:cubicBezTo>
                      <a:pt x="6188" y="64985"/>
                      <a:pt x="-7099" y="20087"/>
                      <a:pt x="4152" y="4710"/>
                    </a:cubicBezTo>
                    <a:cubicBezTo>
                      <a:pt x="11331" y="-5149"/>
                      <a:pt x="18886" y="3102"/>
                      <a:pt x="25369" y="5835"/>
                    </a:cubicBezTo>
                    <a:cubicBezTo>
                      <a:pt x="122399" y="46179"/>
                      <a:pt x="586760" y="242007"/>
                      <a:pt x="722634" y="297782"/>
                    </a:cubicBezTo>
                    <a:cubicBezTo>
                      <a:pt x="745084" y="306997"/>
                      <a:pt x="756282" y="317713"/>
                      <a:pt x="752210" y="342466"/>
                    </a:cubicBezTo>
                    <a:cubicBezTo>
                      <a:pt x="750549" y="352753"/>
                      <a:pt x="751942" y="363630"/>
                      <a:pt x="751942" y="378310"/>
                    </a:cubicBezTo>
                    <a:close/>
                  </a:path>
                </a:pathLst>
              </a:custGeom>
              <a:solidFill>
                <a:srgbClr val="D4EEF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90" name="Google Shape;390;g3f723ec14bb_0_259"/>
              <p:cNvSpPr/>
              <p:nvPr/>
            </p:nvSpPr>
            <p:spPr>
              <a:xfrm>
                <a:off x="9060173" y="2779386"/>
                <a:ext cx="638798" cy="323170"/>
              </a:xfrm>
              <a:custGeom>
                <a:avLst/>
                <a:gdLst/>
                <a:ahLst/>
                <a:cxnLst/>
                <a:rect l="l" t="t" r="r" b="b"/>
                <a:pathLst>
                  <a:path w="638798" h="323170" extrusionOk="0">
                    <a:moveTo>
                      <a:pt x="638529" y="287421"/>
                    </a:moveTo>
                    <a:cubicBezTo>
                      <a:pt x="638529" y="329480"/>
                      <a:pt x="638904" y="328623"/>
                      <a:pt x="604775" y="314264"/>
                    </a:cubicBezTo>
                    <a:cubicBezTo>
                      <a:pt x="433325" y="241933"/>
                      <a:pt x="42472" y="78038"/>
                      <a:pt x="18415" y="68715"/>
                    </a:cubicBezTo>
                    <a:cubicBezTo>
                      <a:pt x="6093" y="63947"/>
                      <a:pt x="895" y="56606"/>
                      <a:pt x="467" y="42730"/>
                    </a:cubicBezTo>
                    <a:cubicBezTo>
                      <a:pt x="-1087" y="-6723"/>
                      <a:pt x="-1355" y="-7419"/>
                      <a:pt x="43704" y="11387"/>
                    </a:cubicBezTo>
                    <a:cubicBezTo>
                      <a:pt x="235192" y="91164"/>
                      <a:pt x="426359" y="171746"/>
                      <a:pt x="618115" y="250881"/>
                    </a:cubicBezTo>
                    <a:cubicBezTo>
                      <a:pt x="641100" y="260311"/>
                      <a:pt x="639011" y="276009"/>
                      <a:pt x="638529" y="287421"/>
                    </a:cubicBezTo>
                    <a:close/>
                  </a:path>
                </a:pathLst>
              </a:custGeom>
              <a:solidFill>
                <a:srgbClr val="D4EEF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91" name="Google Shape;391;g3f723ec14bb_0_259"/>
              <p:cNvSpPr/>
              <p:nvPr/>
            </p:nvSpPr>
            <p:spPr>
              <a:xfrm>
                <a:off x="9058719" y="2672111"/>
                <a:ext cx="641208" cy="325229"/>
              </a:xfrm>
              <a:custGeom>
                <a:avLst/>
                <a:gdLst/>
                <a:ahLst/>
                <a:cxnLst/>
                <a:rect l="l" t="t" r="r" b="b"/>
                <a:pathLst>
                  <a:path w="641208" h="325229" extrusionOk="0">
                    <a:moveTo>
                      <a:pt x="2296" y="34491"/>
                    </a:moveTo>
                    <a:cubicBezTo>
                      <a:pt x="2296" y="26775"/>
                      <a:pt x="2617" y="23185"/>
                      <a:pt x="2242" y="19649"/>
                    </a:cubicBezTo>
                    <a:cubicBezTo>
                      <a:pt x="-8" y="-764"/>
                      <a:pt x="5457" y="-4139"/>
                      <a:pt x="25441" y="4326"/>
                    </a:cubicBezTo>
                    <a:cubicBezTo>
                      <a:pt x="217198" y="85765"/>
                      <a:pt x="409061" y="167043"/>
                      <a:pt x="601889" y="245963"/>
                    </a:cubicBezTo>
                    <a:cubicBezTo>
                      <a:pt x="631892" y="258233"/>
                      <a:pt x="642661" y="272485"/>
                      <a:pt x="641054" y="304203"/>
                    </a:cubicBezTo>
                    <a:cubicBezTo>
                      <a:pt x="639822" y="328474"/>
                      <a:pt x="632589" y="328367"/>
                      <a:pt x="614533" y="320598"/>
                    </a:cubicBezTo>
                    <a:cubicBezTo>
                      <a:pt x="557258" y="295952"/>
                      <a:pt x="176210" y="136396"/>
                      <a:pt x="43444" y="80085"/>
                    </a:cubicBezTo>
                    <a:cubicBezTo>
                      <a:pt x="21852" y="70977"/>
                      <a:pt x="-8634" y="67173"/>
                      <a:pt x="2296" y="34491"/>
                    </a:cubicBezTo>
                    <a:close/>
                  </a:path>
                </a:pathLst>
              </a:custGeom>
              <a:solidFill>
                <a:srgbClr val="D4EEF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92" name="Google Shape;392;g3f723ec14bb_0_259"/>
              <p:cNvSpPr/>
              <p:nvPr/>
            </p:nvSpPr>
            <p:spPr>
              <a:xfrm>
                <a:off x="9057547" y="2460647"/>
                <a:ext cx="545533" cy="286021"/>
              </a:xfrm>
              <a:custGeom>
                <a:avLst/>
                <a:gdLst/>
                <a:ahLst/>
                <a:cxnLst/>
                <a:rect l="l" t="t" r="r" b="b"/>
                <a:pathLst>
                  <a:path w="545533" h="286021" extrusionOk="0">
                    <a:moveTo>
                      <a:pt x="544338" y="251152"/>
                    </a:moveTo>
                    <a:cubicBezTo>
                      <a:pt x="544338" y="258117"/>
                      <a:pt x="544071" y="261706"/>
                      <a:pt x="544392" y="265243"/>
                    </a:cubicBezTo>
                    <a:cubicBezTo>
                      <a:pt x="546267" y="284960"/>
                      <a:pt x="541017" y="290907"/>
                      <a:pt x="520550" y="281959"/>
                    </a:cubicBezTo>
                    <a:cubicBezTo>
                      <a:pt x="453738" y="252705"/>
                      <a:pt x="127018" y="116403"/>
                      <a:pt x="31006" y="76219"/>
                    </a:cubicBezTo>
                    <a:cubicBezTo>
                      <a:pt x="7271" y="66307"/>
                      <a:pt x="-7945" y="28267"/>
                      <a:pt x="4378" y="6085"/>
                    </a:cubicBezTo>
                    <a:cubicBezTo>
                      <a:pt x="11450" y="-6666"/>
                      <a:pt x="21898" y="4103"/>
                      <a:pt x="29399" y="7157"/>
                    </a:cubicBezTo>
                    <a:cubicBezTo>
                      <a:pt x="83781" y="29177"/>
                      <a:pt x="409643" y="167677"/>
                      <a:pt x="519050" y="212629"/>
                    </a:cubicBezTo>
                    <a:cubicBezTo>
                      <a:pt x="540427" y="221362"/>
                      <a:pt x="548893" y="232721"/>
                      <a:pt x="544338" y="251152"/>
                    </a:cubicBezTo>
                    <a:close/>
                  </a:path>
                </a:pathLst>
              </a:custGeom>
              <a:solidFill>
                <a:srgbClr val="D4EEF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93" name="Google Shape;393;g3f723ec14bb_0_259"/>
              <p:cNvSpPr/>
              <p:nvPr/>
            </p:nvSpPr>
            <p:spPr>
              <a:xfrm>
                <a:off x="9663579" y="2716040"/>
                <a:ext cx="546348" cy="285296"/>
              </a:xfrm>
              <a:custGeom>
                <a:avLst/>
                <a:gdLst/>
                <a:ahLst/>
                <a:cxnLst/>
                <a:rect l="l" t="t" r="r" b="b"/>
                <a:pathLst>
                  <a:path w="546348" h="285296" extrusionOk="0">
                    <a:moveTo>
                      <a:pt x="543740" y="251112"/>
                    </a:moveTo>
                    <a:cubicBezTo>
                      <a:pt x="543740" y="290546"/>
                      <a:pt x="543846" y="290331"/>
                      <a:pt x="514272" y="277901"/>
                    </a:cubicBezTo>
                    <a:cubicBezTo>
                      <a:pt x="351769" y="209696"/>
                      <a:pt x="189213" y="141545"/>
                      <a:pt x="26657" y="73447"/>
                    </a:cubicBezTo>
                    <a:cubicBezTo>
                      <a:pt x="6351" y="64928"/>
                      <a:pt x="-7151" y="26084"/>
                      <a:pt x="4047" y="6367"/>
                    </a:cubicBezTo>
                    <a:cubicBezTo>
                      <a:pt x="10530" y="-5045"/>
                      <a:pt x="19424" y="1706"/>
                      <a:pt x="27246" y="5028"/>
                    </a:cubicBezTo>
                    <a:cubicBezTo>
                      <a:pt x="106863" y="38461"/>
                      <a:pt x="429779" y="175513"/>
                      <a:pt x="512289" y="208786"/>
                    </a:cubicBezTo>
                    <a:cubicBezTo>
                      <a:pt x="535970" y="218376"/>
                      <a:pt x="553116" y="227966"/>
                      <a:pt x="543740" y="251112"/>
                    </a:cubicBezTo>
                    <a:close/>
                  </a:path>
                </a:pathLst>
              </a:custGeom>
              <a:solidFill>
                <a:srgbClr val="D4EEF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94" name="Google Shape;394;g3f723ec14bb_0_259"/>
              <p:cNvSpPr/>
              <p:nvPr/>
            </p:nvSpPr>
            <p:spPr>
              <a:xfrm>
                <a:off x="9733086" y="2955056"/>
                <a:ext cx="476700" cy="257878"/>
              </a:xfrm>
              <a:custGeom>
                <a:avLst/>
                <a:gdLst/>
                <a:ahLst/>
                <a:cxnLst/>
                <a:rect l="l" t="t" r="r" b="b"/>
                <a:pathLst>
                  <a:path w="476700" h="257878" extrusionOk="0">
                    <a:moveTo>
                      <a:pt x="2370" y="34277"/>
                    </a:moveTo>
                    <a:cubicBezTo>
                      <a:pt x="2370" y="25491"/>
                      <a:pt x="2745" y="21043"/>
                      <a:pt x="2316" y="16597"/>
                    </a:cubicBezTo>
                    <a:cubicBezTo>
                      <a:pt x="709" y="41"/>
                      <a:pt x="6013" y="-3549"/>
                      <a:pt x="21872" y="3256"/>
                    </a:cubicBezTo>
                    <a:cubicBezTo>
                      <a:pt x="82362" y="29187"/>
                      <a:pt x="371363" y="150006"/>
                      <a:pt x="454944" y="185368"/>
                    </a:cubicBezTo>
                    <a:cubicBezTo>
                      <a:pt x="470750" y="192065"/>
                      <a:pt x="483502" y="241196"/>
                      <a:pt x="472679" y="254323"/>
                    </a:cubicBezTo>
                    <a:cubicBezTo>
                      <a:pt x="466035" y="262360"/>
                      <a:pt x="459606" y="254591"/>
                      <a:pt x="453873" y="252233"/>
                    </a:cubicBezTo>
                    <a:cubicBezTo>
                      <a:pt x="368362" y="216818"/>
                      <a:pt x="87880" y="98839"/>
                      <a:pt x="32642" y="76443"/>
                    </a:cubicBezTo>
                    <a:cubicBezTo>
                      <a:pt x="10943" y="67656"/>
                      <a:pt x="-6524" y="57852"/>
                      <a:pt x="2370" y="34277"/>
                    </a:cubicBezTo>
                    <a:close/>
                  </a:path>
                </a:pathLst>
              </a:custGeom>
              <a:solidFill>
                <a:srgbClr val="D4EEF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95" name="Google Shape;395;g3f723ec14bb_0_259"/>
              <p:cNvSpPr/>
              <p:nvPr/>
            </p:nvSpPr>
            <p:spPr>
              <a:xfrm>
                <a:off x="9733414" y="3059781"/>
                <a:ext cx="474897" cy="260987"/>
              </a:xfrm>
              <a:custGeom>
                <a:avLst/>
                <a:gdLst/>
                <a:ahLst/>
                <a:cxnLst/>
                <a:rect l="l" t="t" r="r" b="b"/>
                <a:pathLst>
                  <a:path w="474897" h="260987" extrusionOk="0">
                    <a:moveTo>
                      <a:pt x="473851" y="260987"/>
                    </a:moveTo>
                    <a:cubicBezTo>
                      <a:pt x="419308" y="238484"/>
                      <a:pt x="119217" y="112522"/>
                      <a:pt x="20848" y="70785"/>
                    </a:cubicBezTo>
                    <a:cubicBezTo>
                      <a:pt x="5417" y="64248"/>
                      <a:pt x="-6477" y="17207"/>
                      <a:pt x="3917" y="4027"/>
                    </a:cubicBezTo>
                    <a:cubicBezTo>
                      <a:pt x="10293" y="-4010"/>
                      <a:pt x="16937" y="2044"/>
                      <a:pt x="22991" y="4562"/>
                    </a:cubicBezTo>
                    <a:cubicBezTo>
                      <a:pt x="123182" y="46514"/>
                      <a:pt x="401467" y="166261"/>
                      <a:pt x="441811" y="180031"/>
                    </a:cubicBezTo>
                    <a:cubicBezTo>
                      <a:pt x="467582" y="188817"/>
                      <a:pt x="478083" y="201837"/>
                      <a:pt x="474065" y="228251"/>
                    </a:cubicBezTo>
                    <a:cubicBezTo>
                      <a:pt x="472672" y="237681"/>
                      <a:pt x="473851" y="247593"/>
                      <a:pt x="473851" y="260987"/>
                    </a:cubicBezTo>
                    <a:close/>
                  </a:path>
                </a:pathLst>
              </a:custGeom>
              <a:solidFill>
                <a:srgbClr val="D4EEF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96" name="Google Shape;396;g3f723ec14bb_0_259"/>
              <p:cNvSpPr/>
              <p:nvPr/>
            </p:nvSpPr>
            <p:spPr>
              <a:xfrm>
                <a:off x="9057983" y="2566570"/>
                <a:ext cx="357201" cy="205845"/>
              </a:xfrm>
              <a:custGeom>
                <a:avLst/>
                <a:gdLst/>
                <a:ahLst/>
                <a:cxnLst/>
                <a:rect l="l" t="t" r="r" b="b"/>
                <a:pathLst>
                  <a:path w="357201" h="205845" extrusionOk="0">
                    <a:moveTo>
                      <a:pt x="356004" y="171589"/>
                    </a:moveTo>
                    <a:cubicBezTo>
                      <a:pt x="356004" y="211398"/>
                      <a:pt x="356004" y="211398"/>
                      <a:pt x="322196" y="197253"/>
                    </a:cubicBezTo>
                    <a:cubicBezTo>
                      <a:pt x="227149" y="157498"/>
                      <a:pt x="132155" y="117690"/>
                      <a:pt x="37107" y="77988"/>
                    </a:cubicBezTo>
                    <a:cubicBezTo>
                      <a:pt x="3835" y="64112"/>
                      <a:pt x="-5809" y="44234"/>
                      <a:pt x="3192" y="9462"/>
                    </a:cubicBezTo>
                    <a:cubicBezTo>
                      <a:pt x="7210" y="-6129"/>
                      <a:pt x="16051" y="1533"/>
                      <a:pt x="23552" y="4640"/>
                    </a:cubicBezTo>
                    <a:cubicBezTo>
                      <a:pt x="85167" y="29982"/>
                      <a:pt x="287585" y="116993"/>
                      <a:pt x="328465" y="131727"/>
                    </a:cubicBezTo>
                    <a:cubicBezTo>
                      <a:pt x="351235" y="139978"/>
                      <a:pt x="360773" y="151712"/>
                      <a:pt x="356004" y="171589"/>
                    </a:cubicBezTo>
                    <a:close/>
                  </a:path>
                </a:pathLst>
              </a:custGeom>
              <a:solidFill>
                <a:srgbClr val="D4EEF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97" name="Google Shape;397;g3f723ec14bb_0_259"/>
              <p:cNvSpPr/>
              <p:nvPr/>
            </p:nvSpPr>
            <p:spPr>
              <a:xfrm>
                <a:off x="8468708" y="2357166"/>
                <a:ext cx="310699" cy="418549"/>
              </a:xfrm>
              <a:custGeom>
                <a:avLst/>
                <a:gdLst/>
                <a:ahLst/>
                <a:cxnLst/>
                <a:rect l="l" t="t" r="r" b="b"/>
                <a:pathLst>
                  <a:path w="310699" h="418549" extrusionOk="0">
                    <a:moveTo>
                      <a:pt x="310700" y="405960"/>
                    </a:moveTo>
                    <a:cubicBezTo>
                      <a:pt x="226957" y="450055"/>
                      <a:pt x="64508" y="371992"/>
                      <a:pt x="0" y="270086"/>
                    </a:cubicBezTo>
                    <a:cubicBezTo>
                      <a:pt x="18967" y="264621"/>
                      <a:pt x="36862" y="272122"/>
                      <a:pt x="54971" y="273301"/>
                    </a:cubicBezTo>
                    <a:cubicBezTo>
                      <a:pt x="92958" y="275819"/>
                      <a:pt x="105442" y="257442"/>
                      <a:pt x="91672" y="221223"/>
                    </a:cubicBezTo>
                    <a:cubicBezTo>
                      <a:pt x="79617" y="189505"/>
                      <a:pt x="66276" y="157519"/>
                      <a:pt x="60275" y="124407"/>
                    </a:cubicBezTo>
                    <a:cubicBezTo>
                      <a:pt x="54810" y="94189"/>
                      <a:pt x="57650" y="62364"/>
                      <a:pt x="58400" y="31235"/>
                    </a:cubicBezTo>
                    <a:cubicBezTo>
                      <a:pt x="58775" y="17037"/>
                      <a:pt x="70723" y="12268"/>
                      <a:pt x="82832" y="6535"/>
                    </a:cubicBezTo>
                    <a:cubicBezTo>
                      <a:pt x="147072" y="-23736"/>
                      <a:pt x="259425" y="55988"/>
                      <a:pt x="237030" y="146160"/>
                    </a:cubicBezTo>
                    <a:cubicBezTo>
                      <a:pt x="232422" y="164644"/>
                      <a:pt x="246352" y="177075"/>
                      <a:pt x="241209" y="194166"/>
                    </a:cubicBezTo>
                    <a:cubicBezTo>
                      <a:pt x="233869" y="218705"/>
                      <a:pt x="219670" y="239868"/>
                      <a:pt x="211044" y="263978"/>
                    </a:cubicBezTo>
                    <a:cubicBezTo>
                      <a:pt x="199954" y="295053"/>
                      <a:pt x="200757" y="322968"/>
                      <a:pt x="228350" y="342792"/>
                    </a:cubicBezTo>
                    <a:cubicBezTo>
                      <a:pt x="256372" y="362991"/>
                      <a:pt x="285946" y="380993"/>
                      <a:pt x="310700" y="405960"/>
                    </a:cubicBezTo>
                    <a:close/>
                  </a:path>
                </a:pathLst>
              </a:custGeom>
              <a:solidFill>
                <a:srgbClr val="89BCFC"/>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398" name="Google Shape;398;g3f723ec14bb_0_259"/>
            <p:cNvGrpSpPr/>
            <p:nvPr/>
          </p:nvGrpSpPr>
          <p:grpSpPr>
            <a:xfrm>
              <a:off x="6429910" y="1077593"/>
              <a:ext cx="1666287" cy="4298702"/>
              <a:chOff x="6429910" y="1077593"/>
              <a:chExt cx="1666287" cy="4298702"/>
            </a:xfrm>
          </p:grpSpPr>
          <p:sp>
            <p:nvSpPr>
              <p:cNvPr id="399" name="Google Shape;399;g3f723ec14bb_0_259"/>
              <p:cNvSpPr/>
              <p:nvPr/>
            </p:nvSpPr>
            <p:spPr>
              <a:xfrm>
                <a:off x="6622277" y="3572799"/>
                <a:ext cx="692466" cy="1528415"/>
              </a:xfrm>
              <a:custGeom>
                <a:avLst/>
                <a:gdLst/>
                <a:ahLst/>
                <a:cxnLst/>
                <a:rect l="l" t="t" r="r" b="b"/>
                <a:pathLst>
                  <a:path w="692466" h="1528415" extrusionOk="0">
                    <a:moveTo>
                      <a:pt x="692466" y="347615"/>
                    </a:moveTo>
                    <a:cubicBezTo>
                      <a:pt x="645103" y="392031"/>
                      <a:pt x="596883" y="435483"/>
                      <a:pt x="546037" y="475988"/>
                    </a:cubicBezTo>
                    <a:cubicBezTo>
                      <a:pt x="513194" y="502188"/>
                      <a:pt x="513997" y="502241"/>
                      <a:pt x="503871" y="462540"/>
                    </a:cubicBezTo>
                    <a:cubicBezTo>
                      <a:pt x="487369" y="398032"/>
                      <a:pt x="456455" y="26628"/>
                      <a:pt x="456455" y="0"/>
                    </a:cubicBezTo>
                    <a:cubicBezTo>
                      <a:pt x="447453" y="69705"/>
                      <a:pt x="402341" y="384102"/>
                      <a:pt x="374962" y="469183"/>
                    </a:cubicBezTo>
                    <a:cubicBezTo>
                      <a:pt x="367622" y="492061"/>
                      <a:pt x="357764" y="494205"/>
                      <a:pt x="336064" y="487936"/>
                    </a:cubicBezTo>
                    <a:cubicBezTo>
                      <a:pt x="226015" y="456057"/>
                      <a:pt x="120037" y="415284"/>
                      <a:pt x="22632" y="354098"/>
                    </a:cubicBezTo>
                    <a:cubicBezTo>
                      <a:pt x="23383" y="497687"/>
                      <a:pt x="5166" y="1238137"/>
                      <a:pt x="612" y="1380655"/>
                    </a:cubicBezTo>
                    <a:cubicBezTo>
                      <a:pt x="-353" y="1411301"/>
                      <a:pt x="-3835" y="1440501"/>
                      <a:pt x="27615" y="1459736"/>
                    </a:cubicBezTo>
                    <a:cubicBezTo>
                      <a:pt x="32598" y="1462790"/>
                      <a:pt x="116608" y="1519208"/>
                      <a:pt x="146612" y="1524298"/>
                    </a:cubicBezTo>
                    <a:cubicBezTo>
                      <a:pt x="197886" y="1533031"/>
                      <a:pt x="247393" y="1529923"/>
                      <a:pt x="289880" y="1494722"/>
                    </a:cubicBezTo>
                    <a:cubicBezTo>
                      <a:pt x="301882" y="1482667"/>
                      <a:pt x="317419" y="1475327"/>
                      <a:pt x="317848" y="1452824"/>
                    </a:cubicBezTo>
                    <a:cubicBezTo>
                      <a:pt x="319027" y="1394264"/>
                      <a:pt x="341315" y="897005"/>
                      <a:pt x="348655" y="889557"/>
                    </a:cubicBezTo>
                    <a:cubicBezTo>
                      <a:pt x="348655" y="889557"/>
                      <a:pt x="348655" y="889557"/>
                      <a:pt x="348655" y="889557"/>
                    </a:cubicBezTo>
                    <a:cubicBezTo>
                      <a:pt x="348655" y="889557"/>
                      <a:pt x="348655" y="889557"/>
                      <a:pt x="348655" y="889557"/>
                    </a:cubicBezTo>
                    <a:cubicBezTo>
                      <a:pt x="349084" y="943886"/>
                      <a:pt x="352727" y="1191095"/>
                      <a:pt x="370944" y="1258711"/>
                    </a:cubicBezTo>
                    <a:cubicBezTo>
                      <a:pt x="394786" y="1280892"/>
                      <a:pt x="413592" y="1302698"/>
                      <a:pt x="456455" y="1313414"/>
                    </a:cubicBezTo>
                    <a:cubicBezTo>
                      <a:pt x="518605" y="1328952"/>
                      <a:pt x="590400" y="1313414"/>
                      <a:pt x="654908" y="1269855"/>
                    </a:cubicBezTo>
                    <a:cubicBezTo>
                      <a:pt x="656462" y="1253889"/>
                      <a:pt x="665409" y="724001"/>
                      <a:pt x="692466" y="347615"/>
                    </a:cubicBezTo>
                    <a:close/>
                  </a:path>
                </a:pathLst>
              </a:custGeom>
              <a:solidFill>
                <a:srgbClr val="6FBCB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00" name="Google Shape;400;g3f723ec14bb_0_259"/>
              <p:cNvSpPr/>
              <p:nvPr/>
            </p:nvSpPr>
            <p:spPr>
              <a:xfrm>
                <a:off x="6542879" y="1725211"/>
                <a:ext cx="888492" cy="2349863"/>
              </a:xfrm>
              <a:custGeom>
                <a:avLst/>
                <a:gdLst/>
                <a:ahLst/>
                <a:cxnLst/>
                <a:rect l="l" t="t" r="r" b="b"/>
                <a:pathLst>
                  <a:path w="888492" h="2349863" extrusionOk="0">
                    <a:moveTo>
                      <a:pt x="37844" y="2142696"/>
                    </a:moveTo>
                    <a:cubicBezTo>
                      <a:pt x="16573" y="2109210"/>
                      <a:pt x="10412" y="2072134"/>
                      <a:pt x="10894" y="2033183"/>
                    </a:cubicBezTo>
                    <a:cubicBezTo>
                      <a:pt x="12394" y="1919169"/>
                      <a:pt x="3447" y="1470559"/>
                      <a:pt x="71" y="1360242"/>
                    </a:cubicBezTo>
                    <a:cubicBezTo>
                      <a:pt x="-1965" y="1293590"/>
                      <a:pt x="40255" y="300627"/>
                      <a:pt x="41487" y="278874"/>
                    </a:cubicBezTo>
                    <a:cubicBezTo>
                      <a:pt x="43845" y="238369"/>
                      <a:pt x="61472" y="205740"/>
                      <a:pt x="86439" y="175951"/>
                    </a:cubicBezTo>
                    <a:cubicBezTo>
                      <a:pt x="148483" y="101852"/>
                      <a:pt x="223385" y="46881"/>
                      <a:pt x="318218" y="22074"/>
                    </a:cubicBezTo>
                    <a:cubicBezTo>
                      <a:pt x="322451" y="20949"/>
                      <a:pt x="327112" y="21485"/>
                      <a:pt x="331559" y="21271"/>
                    </a:cubicBezTo>
                    <a:cubicBezTo>
                      <a:pt x="338310" y="33058"/>
                      <a:pt x="332363" y="46024"/>
                      <a:pt x="335042" y="58186"/>
                    </a:cubicBezTo>
                    <a:cubicBezTo>
                      <a:pt x="349829" y="158002"/>
                      <a:pt x="382833" y="251281"/>
                      <a:pt x="434536" y="337971"/>
                    </a:cubicBezTo>
                    <a:cubicBezTo>
                      <a:pt x="450771" y="365189"/>
                      <a:pt x="472630" y="387423"/>
                      <a:pt x="497008" y="406872"/>
                    </a:cubicBezTo>
                    <a:cubicBezTo>
                      <a:pt x="524601" y="428893"/>
                      <a:pt x="544479" y="423642"/>
                      <a:pt x="561838" y="392996"/>
                    </a:cubicBezTo>
                    <a:cubicBezTo>
                      <a:pt x="574750" y="370171"/>
                      <a:pt x="580965" y="345311"/>
                      <a:pt x="586591" y="320022"/>
                    </a:cubicBezTo>
                    <a:cubicBezTo>
                      <a:pt x="601325" y="253746"/>
                      <a:pt x="567517" y="81332"/>
                      <a:pt x="567142" y="69598"/>
                    </a:cubicBezTo>
                    <a:cubicBezTo>
                      <a:pt x="582466" y="58132"/>
                      <a:pt x="599450" y="62901"/>
                      <a:pt x="615898" y="65151"/>
                    </a:cubicBezTo>
                    <a:cubicBezTo>
                      <a:pt x="655439" y="70562"/>
                      <a:pt x="672263" y="62418"/>
                      <a:pt x="693212" y="28396"/>
                    </a:cubicBezTo>
                    <a:cubicBezTo>
                      <a:pt x="699748" y="17788"/>
                      <a:pt x="700766" y="1768"/>
                      <a:pt x="717750" y="0"/>
                    </a:cubicBezTo>
                    <a:cubicBezTo>
                      <a:pt x="717911" y="7876"/>
                      <a:pt x="722894" y="13019"/>
                      <a:pt x="728037" y="18056"/>
                    </a:cubicBezTo>
                    <a:cubicBezTo>
                      <a:pt x="793349" y="81546"/>
                      <a:pt x="819442" y="162342"/>
                      <a:pt x="830425" y="249781"/>
                    </a:cubicBezTo>
                    <a:cubicBezTo>
                      <a:pt x="839373" y="320933"/>
                      <a:pt x="848856" y="391978"/>
                      <a:pt x="856464" y="463236"/>
                    </a:cubicBezTo>
                    <a:cubicBezTo>
                      <a:pt x="900130" y="846374"/>
                      <a:pt x="888022" y="1892594"/>
                      <a:pt x="883360" y="1967978"/>
                    </a:cubicBezTo>
                    <a:cubicBezTo>
                      <a:pt x="880735" y="2010251"/>
                      <a:pt x="877467" y="2052792"/>
                      <a:pt x="868251" y="2094476"/>
                    </a:cubicBezTo>
                    <a:cubicBezTo>
                      <a:pt x="866590" y="2101977"/>
                      <a:pt x="863322" y="2107603"/>
                      <a:pt x="858125" y="2112639"/>
                    </a:cubicBezTo>
                    <a:cubicBezTo>
                      <a:pt x="829407" y="2140500"/>
                      <a:pt x="664654" y="2302949"/>
                      <a:pt x="620077" y="2338310"/>
                    </a:cubicBezTo>
                    <a:cubicBezTo>
                      <a:pt x="596610" y="2356902"/>
                      <a:pt x="587020" y="2353527"/>
                      <a:pt x="579519" y="2324755"/>
                    </a:cubicBezTo>
                    <a:cubicBezTo>
                      <a:pt x="563338" y="2262712"/>
                      <a:pt x="553319" y="2199436"/>
                      <a:pt x="545175" y="2135946"/>
                    </a:cubicBezTo>
                    <a:cubicBezTo>
                      <a:pt x="544157" y="2127962"/>
                      <a:pt x="535692" y="1883164"/>
                      <a:pt x="533924" y="1868912"/>
                    </a:cubicBezTo>
                    <a:cubicBezTo>
                      <a:pt x="527494" y="2011591"/>
                      <a:pt x="509546" y="2161181"/>
                      <a:pt x="464862" y="2306592"/>
                    </a:cubicBezTo>
                    <a:cubicBezTo>
                      <a:pt x="451735" y="2349347"/>
                      <a:pt x="445520" y="2351866"/>
                      <a:pt x="403247" y="2339971"/>
                    </a:cubicBezTo>
                    <a:cubicBezTo>
                      <a:pt x="316397" y="2315486"/>
                      <a:pt x="232225" y="2284089"/>
                      <a:pt x="152876" y="2240744"/>
                    </a:cubicBezTo>
                    <a:cubicBezTo>
                      <a:pt x="134231" y="2230511"/>
                      <a:pt x="56114" y="2166057"/>
                      <a:pt x="37844" y="2142696"/>
                    </a:cubicBezTo>
                    <a:close/>
                  </a:path>
                </a:pathLst>
              </a:custGeom>
              <a:solidFill>
                <a:srgbClr val="DFEBEA"/>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01" name="Google Shape;401;g3f723ec14bb_0_259"/>
              <p:cNvSpPr/>
              <p:nvPr/>
            </p:nvSpPr>
            <p:spPr>
              <a:xfrm>
                <a:off x="6847057" y="1363794"/>
                <a:ext cx="482205" cy="535039"/>
              </a:xfrm>
              <a:custGeom>
                <a:avLst/>
                <a:gdLst/>
                <a:ahLst/>
                <a:cxnLst/>
                <a:rect l="l" t="t" r="r" b="b"/>
                <a:pathLst>
                  <a:path w="482205" h="535039" extrusionOk="0">
                    <a:moveTo>
                      <a:pt x="439075" y="245902"/>
                    </a:moveTo>
                    <a:cubicBezTo>
                      <a:pt x="453434" y="187502"/>
                      <a:pt x="467847" y="129048"/>
                      <a:pt x="482205" y="70648"/>
                    </a:cubicBezTo>
                    <a:cubicBezTo>
                      <a:pt x="437093" y="79810"/>
                      <a:pt x="392194" y="78578"/>
                      <a:pt x="347028" y="70059"/>
                    </a:cubicBezTo>
                    <a:cubicBezTo>
                      <a:pt x="297950" y="60790"/>
                      <a:pt x="255088" y="38555"/>
                      <a:pt x="213565" y="11766"/>
                    </a:cubicBezTo>
                    <a:cubicBezTo>
                      <a:pt x="181739" y="-8755"/>
                      <a:pt x="165023" y="-2807"/>
                      <a:pt x="152700" y="32554"/>
                    </a:cubicBezTo>
                    <a:cubicBezTo>
                      <a:pt x="144288" y="56772"/>
                      <a:pt x="141020" y="82757"/>
                      <a:pt x="133465" y="107349"/>
                    </a:cubicBezTo>
                    <a:cubicBezTo>
                      <a:pt x="128268" y="124333"/>
                      <a:pt x="137001" y="140621"/>
                      <a:pt x="119106" y="152301"/>
                    </a:cubicBezTo>
                    <a:cubicBezTo>
                      <a:pt x="108391" y="152301"/>
                      <a:pt x="101158" y="138264"/>
                      <a:pt x="95532" y="129102"/>
                    </a:cubicBezTo>
                    <a:cubicBezTo>
                      <a:pt x="87978" y="112171"/>
                      <a:pt x="93068" y="94062"/>
                      <a:pt x="90442" y="76595"/>
                    </a:cubicBezTo>
                    <a:cubicBezTo>
                      <a:pt x="85406" y="42948"/>
                      <a:pt x="68689" y="25696"/>
                      <a:pt x="41847" y="27571"/>
                    </a:cubicBezTo>
                    <a:cubicBezTo>
                      <a:pt x="14361" y="29500"/>
                      <a:pt x="-212" y="47878"/>
                      <a:pt x="2" y="81900"/>
                    </a:cubicBezTo>
                    <a:cubicBezTo>
                      <a:pt x="270" y="128673"/>
                      <a:pt x="44151" y="246384"/>
                      <a:pt x="43186" y="247670"/>
                    </a:cubicBezTo>
                    <a:cubicBezTo>
                      <a:pt x="43293" y="292729"/>
                      <a:pt x="38739" y="323751"/>
                      <a:pt x="25934" y="380598"/>
                    </a:cubicBezTo>
                    <a:cubicBezTo>
                      <a:pt x="20148" y="392921"/>
                      <a:pt x="20951" y="405833"/>
                      <a:pt x="22237" y="418852"/>
                    </a:cubicBezTo>
                    <a:cubicBezTo>
                      <a:pt x="54438" y="477306"/>
                      <a:pt x="103194" y="515186"/>
                      <a:pt x="167166" y="532599"/>
                    </a:cubicBezTo>
                    <a:cubicBezTo>
                      <a:pt x="202956" y="542350"/>
                      <a:pt x="232156" y="522097"/>
                      <a:pt x="236282" y="485771"/>
                    </a:cubicBezTo>
                    <a:cubicBezTo>
                      <a:pt x="238479" y="466644"/>
                      <a:pt x="241961" y="447838"/>
                      <a:pt x="244908" y="428872"/>
                    </a:cubicBezTo>
                    <a:cubicBezTo>
                      <a:pt x="274483" y="445106"/>
                      <a:pt x="332562" y="455178"/>
                      <a:pt x="377085" y="414566"/>
                    </a:cubicBezTo>
                    <a:cubicBezTo>
                      <a:pt x="393159" y="398278"/>
                      <a:pt x="428520" y="348451"/>
                      <a:pt x="439075" y="245902"/>
                    </a:cubicBezTo>
                    <a:cubicBezTo>
                      <a:pt x="439075" y="245902"/>
                      <a:pt x="439075" y="245902"/>
                      <a:pt x="439075" y="245902"/>
                    </a:cubicBezTo>
                    <a:cubicBezTo>
                      <a:pt x="439075" y="245902"/>
                      <a:pt x="439075" y="245902"/>
                      <a:pt x="439075" y="245902"/>
                    </a:cubicBezTo>
                    <a:close/>
                    <a:moveTo>
                      <a:pt x="44847" y="219060"/>
                    </a:moveTo>
                    <a:cubicBezTo>
                      <a:pt x="49133" y="217774"/>
                      <a:pt x="49562" y="223239"/>
                      <a:pt x="50366" y="225810"/>
                    </a:cubicBezTo>
                    <a:cubicBezTo>
                      <a:pt x="50473" y="226186"/>
                      <a:pt x="50687" y="226560"/>
                      <a:pt x="50794" y="226989"/>
                    </a:cubicBezTo>
                    <a:cubicBezTo>
                      <a:pt x="48919" y="224471"/>
                      <a:pt x="46883" y="221846"/>
                      <a:pt x="44847" y="219060"/>
                    </a:cubicBezTo>
                    <a:close/>
                  </a:path>
                </a:pathLst>
              </a:custGeom>
              <a:solidFill>
                <a:srgbClr val="F5C0C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02" name="Google Shape;402;g3f723ec14bb_0_259"/>
              <p:cNvSpPr/>
              <p:nvPr/>
            </p:nvSpPr>
            <p:spPr>
              <a:xfrm>
                <a:off x="6779401" y="1077593"/>
                <a:ext cx="712435" cy="536466"/>
              </a:xfrm>
              <a:custGeom>
                <a:avLst/>
                <a:gdLst/>
                <a:ahLst/>
                <a:cxnLst/>
                <a:rect l="l" t="t" r="r" b="b"/>
                <a:pathLst>
                  <a:path w="712435" h="536466" extrusionOk="0">
                    <a:moveTo>
                      <a:pt x="112288" y="535961"/>
                    </a:moveTo>
                    <a:cubicBezTo>
                      <a:pt x="84481" y="532907"/>
                      <a:pt x="66693" y="514744"/>
                      <a:pt x="54960" y="492349"/>
                    </a:cubicBezTo>
                    <a:cubicBezTo>
                      <a:pt x="1328" y="390497"/>
                      <a:pt x="-17263" y="283019"/>
                      <a:pt x="18152" y="171791"/>
                    </a:cubicBezTo>
                    <a:cubicBezTo>
                      <a:pt x="61336" y="36345"/>
                      <a:pt x="173635" y="-10107"/>
                      <a:pt x="301741" y="1787"/>
                    </a:cubicBezTo>
                    <a:cubicBezTo>
                      <a:pt x="392073" y="10199"/>
                      <a:pt x="475495" y="37417"/>
                      <a:pt x="548682" y="94102"/>
                    </a:cubicBezTo>
                    <a:cubicBezTo>
                      <a:pt x="592991" y="128392"/>
                      <a:pt x="642498" y="140823"/>
                      <a:pt x="695540" y="110444"/>
                    </a:cubicBezTo>
                    <a:cubicBezTo>
                      <a:pt x="709149" y="102675"/>
                      <a:pt x="713810" y="109640"/>
                      <a:pt x="712095" y="122552"/>
                    </a:cubicBezTo>
                    <a:cubicBezTo>
                      <a:pt x="710542" y="133965"/>
                      <a:pt x="707970" y="145377"/>
                      <a:pt x="704702" y="156414"/>
                    </a:cubicBezTo>
                    <a:cubicBezTo>
                      <a:pt x="691897" y="199330"/>
                      <a:pt x="672823" y="239513"/>
                      <a:pt x="650749" y="278358"/>
                    </a:cubicBezTo>
                    <a:cubicBezTo>
                      <a:pt x="628139" y="318113"/>
                      <a:pt x="572578" y="363440"/>
                      <a:pt x="525269" y="370512"/>
                    </a:cubicBezTo>
                    <a:cubicBezTo>
                      <a:pt x="443883" y="382674"/>
                      <a:pt x="365552" y="362957"/>
                      <a:pt x="295740" y="316452"/>
                    </a:cubicBezTo>
                    <a:cubicBezTo>
                      <a:pt x="292043" y="313987"/>
                      <a:pt x="288346" y="311522"/>
                      <a:pt x="284488" y="309219"/>
                    </a:cubicBezTo>
                    <a:cubicBezTo>
                      <a:pt x="252878" y="290466"/>
                      <a:pt x="239001" y="295288"/>
                      <a:pt x="226624" y="330382"/>
                    </a:cubicBezTo>
                    <a:cubicBezTo>
                      <a:pt x="218320" y="353903"/>
                      <a:pt x="214462" y="378709"/>
                      <a:pt x="208140" y="402766"/>
                    </a:cubicBezTo>
                    <a:cubicBezTo>
                      <a:pt x="204014" y="418518"/>
                      <a:pt x="203318" y="437056"/>
                      <a:pt x="185101" y="445628"/>
                    </a:cubicBezTo>
                    <a:cubicBezTo>
                      <a:pt x="170046" y="443164"/>
                      <a:pt x="166724" y="429234"/>
                      <a:pt x="159330" y="419268"/>
                    </a:cubicBezTo>
                    <a:cubicBezTo>
                      <a:pt x="152954" y="406945"/>
                      <a:pt x="153276" y="393497"/>
                      <a:pt x="153061" y="380156"/>
                    </a:cubicBezTo>
                    <a:cubicBezTo>
                      <a:pt x="152901" y="367619"/>
                      <a:pt x="151990" y="355135"/>
                      <a:pt x="145400" y="344044"/>
                    </a:cubicBezTo>
                    <a:cubicBezTo>
                      <a:pt x="137577" y="330864"/>
                      <a:pt x="126380" y="322399"/>
                      <a:pt x="110413" y="324435"/>
                    </a:cubicBezTo>
                    <a:cubicBezTo>
                      <a:pt x="93965" y="326578"/>
                      <a:pt x="82445" y="335740"/>
                      <a:pt x="78588" y="352456"/>
                    </a:cubicBezTo>
                    <a:cubicBezTo>
                      <a:pt x="74087" y="372012"/>
                      <a:pt x="75962" y="391247"/>
                      <a:pt x="82231" y="410267"/>
                    </a:cubicBezTo>
                    <a:cubicBezTo>
                      <a:pt x="92786" y="442360"/>
                      <a:pt x="105698" y="473650"/>
                      <a:pt x="116307" y="505743"/>
                    </a:cubicBezTo>
                    <a:cubicBezTo>
                      <a:pt x="119522" y="514798"/>
                      <a:pt x="124397" y="523692"/>
                      <a:pt x="119575" y="533657"/>
                    </a:cubicBezTo>
                    <a:cubicBezTo>
                      <a:pt x="117700" y="536336"/>
                      <a:pt x="115289" y="537086"/>
                      <a:pt x="112288" y="535961"/>
                    </a:cubicBezTo>
                    <a:close/>
                  </a:path>
                </a:pathLst>
              </a:custGeom>
              <a:solidFill>
                <a:srgbClr val="522A3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03" name="Google Shape;403;g3f723ec14bb_0_259"/>
              <p:cNvSpPr/>
              <p:nvPr/>
            </p:nvSpPr>
            <p:spPr>
              <a:xfrm>
                <a:off x="7410916" y="2346557"/>
                <a:ext cx="436985" cy="435551"/>
              </a:xfrm>
              <a:custGeom>
                <a:avLst/>
                <a:gdLst/>
                <a:ahLst/>
                <a:cxnLst/>
                <a:rect l="l" t="t" r="r" b="b"/>
                <a:pathLst>
                  <a:path w="436985" h="435551" extrusionOk="0">
                    <a:moveTo>
                      <a:pt x="364331" y="423267"/>
                    </a:moveTo>
                    <a:cubicBezTo>
                      <a:pt x="337542" y="482203"/>
                      <a:pt x="74795" y="310807"/>
                      <a:pt x="42863" y="294680"/>
                    </a:cubicBezTo>
                    <a:cubicBezTo>
                      <a:pt x="5144" y="278660"/>
                      <a:pt x="10716" y="294680"/>
                      <a:pt x="10126" y="253210"/>
                    </a:cubicBezTo>
                    <a:cubicBezTo>
                      <a:pt x="5358" y="176808"/>
                      <a:pt x="0" y="75009"/>
                      <a:pt x="0" y="0"/>
                    </a:cubicBezTo>
                    <a:cubicBezTo>
                      <a:pt x="33540" y="6590"/>
                      <a:pt x="296341" y="133517"/>
                      <a:pt x="394282" y="180290"/>
                    </a:cubicBezTo>
                    <a:cubicBezTo>
                      <a:pt x="425303" y="195132"/>
                      <a:pt x="444698" y="208955"/>
                      <a:pt x="434036" y="246620"/>
                    </a:cubicBezTo>
                    <a:cubicBezTo>
                      <a:pt x="423267" y="294680"/>
                      <a:pt x="380405" y="396478"/>
                      <a:pt x="364331" y="423267"/>
                    </a:cubicBezTo>
                    <a:close/>
                  </a:path>
                </a:pathLst>
              </a:custGeom>
              <a:solidFill>
                <a:srgbClr val="EFEFE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04" name="Google Shape;404;g3f723ec14bb_0_259"/>
              <p:cNvSpPr/>
              <p:nvPr/>
            </p:nvSpPr>
            <p:spPr>
              <a:xfrm>
                <a:off x="6891255" y="1494664"/>
                <a:ext cx="396323" cy="314230"/>
              </a:xfrm>
              <a:custGeom>
                <a:avLst/>
                <a:gdLst/>
                <a:ahLst/>
                <a:cxnLst/>
                <a:rect l="l" t="t" r="r" b="b"/>
                <a:pathLst>
                  <a:path w="396323" h="314230" extrusionOk="0">
                    <a:moveTo>
                      <a:pt x="263986" y="128695"/>
                    </a:moveTo>
                    <a:cubicBezTo>
                      <a:pt x="308509" y="132981"/>
                      <a:pt x="352764" y="127248"/>
                      <a:pt x="396324" y="117122"/>
                    </a:cubicBezTo>
                    <a:cubicBezTo>
                      <a:pt x="385715" y="219670"/>
                      <a:pt x="350407" y="269498"/>
                      <a:pt x="334334" y="285732"/>
                    </a:cubicBezTo>
                    <a:cubicBezTo>
                      <a:pt x="289328" y="326773"/>
                      <a:pt x="230392" y="316057"/>
                      <a:pt x="201138" y="299502"/>
                    </a:cubicBezTo>
                    <a:cubicBezTo>
                      <a:pt x="131594" y="266873"/>
                      <a:pt x="7078" y="133999"/>
                      <a:pt x="4132" y="117818"/>
                    </a:cubicBezTo>
                    <a:cubicBezTo>
                      <a:pt x="8204" y="108067"/>
                      <a:pt x="-262" y="84064"/>
                      <a:pt x="6" y="75009"/>
                    </a:cubicBezTo>
                    <a:cubicBezTo>
                      <a:pt x="21437" y="139303"/>
                      <a:pt x="41422" y="142357"/>
                      <a:pt x="59210" y="159984"/>
                    </a:cubicBezTo>
                    <a:cubicBezTo>
                      <a:pt x="72551" y="173218"/>
                      <a:pt x="78820" y="167485"/>
                      <a:pt x="85731" y="150019"/>
                    </a:cubicBezTo>
                    <a:cubicBezTo>
                      <a:pt x="98536" y="117711"/>
                      <a:pt x="106948" y="85189"/>
                      <a:pt x="75016" y="58936"/>
                    </a:cubicBezTo>
                    <a:cubicBezTo>
                      <a:pt x="62746" y="48810"/>
                      <a:pt x="54334" y="31825"/>
                      <a:pt x="48227" y="0"/>
                    </a:cubicBezTo>
                    <a:cubicBezTo>
                      <a:pt x="101751" y="75009"/>
                      <a:pt x="186083" y="121140"/>
                      <a:pt x="263986" y="128695"/>
                    </a:cubicBezTo>
                    <a:close/>
                  </a:path>
                </a:pathLst>
              </a:custGeom>
              <a:solidFill>
                <a:srgbClr val="FEFDFC"/>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05" name="Google Shape;405;g3f723ec14bb_0_259"/>
              <p:cNvSpPr/>
              <p:nvPr/>
            </p:nvSpPr>
            <p:spPr>
              <a:xfrm>
                <a:off x="7786552" y="2593177"/>
                <a:ext cx="309645" cy="241268"/>
              </a:xfrm>
              <a:custGeom>
                <a:avLst/>
                <a:gdLst/>
                <a:ahLst/>
                <a:cxnLst/>
                <a:rect l="l" t="t" r="r" b="b"/>
                <a:pathLst>
                  <a:path w="309645" h="241268" extrusionOk="0">
                    <a:moveTo>
                      <a:pt x="58400" y="0"/>
                    </a:moveTo>
                    <a:cubicBezTo>
                      <a:pt x="125587" y="16716"/>
                      <a:pt x="192667" y="33754"/>
                      <a:pt x="262747" y="32629"/>
                    </a:cubicBezTo>
                    <a:cubicBezTo>
                      <a:pt x="273248" y="32468"/>
                      <a:pt x="283750" y="35951"/>
                      <a:pt x="294305" y="37344"/>
                    </a:cubicBezTo>
                    <a:cubicBezTo>
                      <a:pt x="303467" y="38576"/>
                      <a:pt x="309253" y="42809"/>
                      <a:pt x="309628" y="52560"/>
                    </a:cubicBezTo>
                    <a:cubicBezTo>
                      <a:pt x="310003" y="62043"/>
                      <a:pt x="304377" y="66330"/>
                      <a:pt x="296073" y="69866"/>
                    </a:cubicBezTo>
                    <a:cubicBezTo>
                      <a:pt x="274266" y="79296"/>
                      <a:pt x="250692" y="71580"/>
                      <a:pt x="225510" y="77206"/>
                    </a:cubicBezTo>
                    <a:cubicBezTo>
                      <a:pt x="263390" y="106513"/>
                      <a:pt x="277535" y="145786"/>
                      <a:pt x="285893" y="188059"/>
                    </a:cubicBezTo>
                    <a:cubicBezTo>
                      <a:pt x="292269" y="220206"/>
                      <a:pt x="274588" y="241691"/>
                      <a:pt x="241423" y="241262"/>
                    </a:cubicBezTo>
                    <a:cubicBezTo>
                      <a:pt x="182755" y="240512"/>
                      <a:pt x="134910" y="209116"/>
                      <a:pt x="85297" y="183827"/>
                    </a:cubicBezTo>
                    <a:cubicBezTo>
                      <a:pt x="56043" y="168878"/>
                      <a:pt x="28396" y="150769"/>
                      <a:pt x="0" y="134052"/>
                    </a:cubicBezTo>
                    <a:cubicBezTo>
                      <a:pt x="18592" y="99012"/>
                      <a:pt x="47631" y="26628"/>
                      <a:pt x="58400" y="0"/>
                    </a:cubicBezTo>
                    <a:close/>
                  </a:path>
                </a:pathLst>
              </a:custGeom>
              <a:solidFill>
                <a:srgbClr val="F5C0C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06" name="Google Shape;406;g3f723ec14bb_0_259"/>
              <p:cNvSpPr/>
              <p:nvPr/>
            </p:nvSpPr>
            <p:spPr>
              <a:xfrm>
                <a:off x="6991055" y="4832318"/>
                <a:ext cx="490825" cy="315897"/>
              </a:xfrm>
              <a:custGeom>
                <a:avLst/>
                <a:gdLst/>
                <a:ahLst/>
                <a:cxnLst/>
                <a:rect l="l" t="t" r="r" b="b"/>
                <a:pathLst>
                  <a:path w="490825" h="315897" extrusionOk="0">
                    <a:moveTo>
                      <a:pt x="88212" y="52502"/>
                    </a:moveTo>
                    <a:cubicBezTo>
                      <a:pt x="160918" y="70880"/>
                      <a:pt x="226229" y="53949"/>
                      <a:pt x="286237" y="11247"/>
                    </a:cubicBezTo>
                    <a:cubicBezTo>
                      <a:pt x="324170" y="62950"/>
                      <a:pt x="439524" y="146211"/>
                      <a:pt x="445685" y="151300"/>
                    </a:cubicBezTo>
                    <a:cubicBezTo>
                      <a:pt x="484797" y="183608"/>
                      <a:pt x="498835" y="219023"/>
                      <a:pt x="486458" y="253260"/>
                    </a:cubicBezTo>
                    <a:cubicBezTo>
                      <a:pt x="473975" y="287764"/>
                      <a:pt x="432398" y="314124"/>
                      <a:pt x="388250" y="315785"/>
                    </a:cubicBezTo>
                    <a:cubicBezTo>
                      <a:pt x="357228" y="316964"/>
                      <a:pt x="328349" y="308766"/>
                      <a:pt x="300328" y="296390"/>
                    </a:cubicBezTo>
                    <a:cubicBezTo>
                      <a:pt x="265931" y="281174"/>
                      <a:pt x="234855" y="260171"/>
                      <a:pt x="203566" y="239758"/>
                    </a:cubicBezTo>
                    <a:cubicBezTo>
                      <a:pt x="164454" y="214255"/>
                      <a:pt x="123520" y="193413"/>
                      <a:pt x="77336" y="183930"/>
                    </a:cubicBezTo>
                    <a:cubicBezTo>
                      <a:pt x="62602" y="180876"/>
                      <a:pt x="47921" y="176482"/>
                      <a:pt x="33884" y="170964"/>
                    </a:cubicBezTo>
                    <a:cubicBezTo>
                      <a:pt x="666" y="157944"/>
                      <a:pt x="-3139" y="150711"/>
                      <a:pt x="1737" y="114921"/>
                    </a:cubicBezTo>
                    <a:cubicBezTo>
                      <a:pt x="6988" y="76612"/>
                      <a:pt x="880" y="38304"/>
                      <a:pt x="2273" y="49"/>
                    </a:cubicBezTo>
                    <a:cubicBezTo>
                      <a:pt x="5809" y="-1504"/>
                      <a:pt x="63834" y="34018"/>
                      <a:pt x="88212" y="52502"/>
                    </a:cubicBezTo>
                    <a:close/>
                  </a:path>
                </a:pathLst>
              </a:custGeom>
              <a:solidFill>
                <a:srgbClr val="32377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07" name="Google Shape;407;g3f723ec14bb_0_259"/>
              <p:cNvSpPr/>
              <p:nvPr/>
            </p:nvSpPr>
            <p:spPr>
              <a:xfrm>
                <a:off x="6655881" y="5042167"/>
                <a:ext cx="419321" cy="334128"/>
              </a:xfrm>
              <a:custGeom>
                <a:avLst/>
                <a:gdLst/>
                <a:ahLst/>
                <a:cxnLst/>
                <a:rect l="l" t="t" r="r" b="b"/>
                <a:pathLst>
                  <a:path w="419321" h="334128" extrusionOk="0">
                    <a:moveTo>
                      <a:pt x="3441" y="9870"/>
                    </a:moveTo>
                    <a:cubicBezTo>
                      <a:pt x="8584" y="-10704"/>
                      <a:pt x="17532" y="6870"/>
                      <a:pt x="21604" y="9388"/>
                    </a:cubicBezTo>
                    <a:cubicBezTo>
                      <a:pt x="66341" y="37463"/>
                      <a:pt x="113490" y="55787"/>
                      <a:pt x="167604" y="52894"/>
                    </a:cubicBezTo>
                    <a:cubicBezTo>
                      <a:pt x="199590" y="51179"/>
                      <a:pt x="227290" y="36820"/>
                      <a:pt x="256383" y="26319"/>
                    </a:cubicBezTo>
                    <a:cubicBezTo>
                      <a:pt x="279315" y="82362"/>
                      <a:pt x="317998" y="125653"/>
                      <a:pt x="365950" y="161282"/>
                    </a:cubicBezTo>
                    <a:cubicBezTo>
                      <a:pt x="398848" y="185714"/>
                      <a:pt x="423708" y="213467"/>
                      <a:pt x="418671" y="259062"/>
                    </a:cubicBezTo>
                    <a:cubicBezTo>
                      <a:pt x="415242" y="290030"/>
                      <a:pt x="401151" y="309908"/>
                      <a:pt x="371737" y="320356"/>
                    </a:cubicBezTo>
                    <a:cubicBezTo>
                      <a:pt x="287244" y="350359"/>
                      <a:pt x="210038" y="331714"/>
                      <a:pt x="153674" y="260777"/>
                    </a:cubicBezTo>
                    <a:cubicBezTo>
                      <a:pt x="119009" y="217110"/>
                      <a:pt x="77057" y="184053"/>
                      <a:pt x="29962" y="156781"/>
                    </a:cubicBezTo>
                    <a:cubicBezTo>
                      <a:pt x="5530" y="142637"/>
                      <a:pt x="-3310" y="125277"/>
                      <a:pt x="1083" y="97792"/>
                    </a:cubicBezTo>
                    <a:cubicBezTo>
                      <a:pt x="5745" y="68753"/>
                      <a:pt x="6173" y="39231"/>
                      <a:pt x="3441" y="9870"/>
                    </a:cubicBezTo>
                    <a:close/>
                  </a:path>
                </a:pathLst>
              </a:custGeom>
              <a:solidFill>
                <a:srgbClr val="32377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08" name="Google Shape;408;g3f723ec14bb_0_259"/>
              <p:cNvSpPr/>
              <p:nvPr/>
            </p:nvSpPr>
            <p:spPr>
              <a:xfrm>
                <a:off x="6971039" y="3594873"/>
                <a:ext cx="118354" cy="1289946"/>
              </a:xfrm>
              <a:custGeom>
                <a:avLst/>
                <a:gdLst/>
                <a:ahLst/>
                <a:cxnLst/>
                <a:rect l="l" t="t" r="r" b="b"/>
                <a:pathLst>
                  <a:path w="118354" h="1289946" extrusionOk="0">
                    <a:moveTo>
                      <a:pt x="108228" y="1289947"/>
                    </a:moveTo>
                    <a:cubicBezTo>
                      <a:pt x="73777" y="1282017"/>
                      <a:pt x="47363" y="1260907"/>
                      <a:pt x="22289" y="1237547"/>
                    </a:cubicBezTo>
                    <a:cubicBezTo>
                      <a:pt x="4126" y="1169932"/>
                      <a:pt x="429" y="922722"/>
                      <a:pt x="0" y="868394"/>
                    </a:cubicBezTo>
                    <a:cubicBezTo>
                      <a:pt x="2036" y="764988"/>
                      <a:pt x="15323" y="663511"/>
                      <a:pt x="35255" y="561606"/>
                    </a:cubicBezTo>
                    <a:cubicBezTo>
                      <a:pt x="59150" y="439555"/>
                      <a:pt x="102281" y="91083"/>
                      <a:pt x="107638" y="0"/>
                    </a:cubicBezTo>
                    <a:cubicBezTo>
                      <a:pt x="107799" y="5197"/>
                      <a:pt x="116050" y="228886"/>
                      <a:pt x="118354" y="257175"/>
                    </a:cubicBezTo>
                    <a:cubicBezTo>
                      <a:pt x="107853" y="371725"/>
                      <a:pt x="88511" y="485686"/>
                      <a:pt x="75492" y="600075"/>
                    </a:cubicBezTo>
                    <a:cubicBezTo>
                      <a:pt x="64669" y="694962"/>
                      <a:pt x="59258" y="772329"/>
                      <a:pt x="54060" y="867966"/>
                    </a:cubicBezTo>
                    <a:cubicBezTo>
                      <a:pt x="49935" y="945493"/>
                      <a:pt x="48756" y="1210919"/>
                      <a:pt x="108228" y="1289947"/>
                    </a:cubicBezTo>
                    <a:close/>
                  </a:path>
                </a:pathLst>
              </a:custGeom>
              <a:solidFill>
                <a:srgbClr val="49A1A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09" name="Google Shape;409;g3f723ec14bb_0_259"/>
              <p:cNvSpPr/>
              <p:nvPr/>
            </p:nvSpPr>
            <p:spPr>
              <a:xfrm>
                <a:off x="6870741" y="1784736"/>
                <a:ext cx="266994" cy="369829"/>
              </a:xfrm>
              <a:custGeom>
                <a:avLst/>
                <a:gdLst/>
                <a:ahLst/>
                <a:cxnLst/>
                <a:rect l="l" t="t" r="r" b="b"/>
                <a:pathLst>
                  <a:path w="266994" h="369829" extrusionOk="0">
                    <a:moveTo>
                      <a:pt x="0" y="0"/>
                    </a:moveTo>
                    <a:cubicBezTo>
                      <a:pt x="26950" y="32093"/>
                      <a:pt x="54864" y="63062"/>
                      <a:pt x="91672" y="84546"/>
                    </a:cubicBezTo>
                    <a:cubicBezTo>
                      <a:pt x="109514" y="94940"/>
                      <a:pt x="127570" y="103834"/>
                      <a:pt x="148197" y="107639"/>
                    </a:cubicBezTo>
                    <a:cubicBezTo>
                      <a:pt x="182809" y="114014"/>
                      <a:pt x="197275" y="111764"/>
                      <a:pt x="207990" y="68902"/>
                    </a:cubicBezTo>
                    <a:cubicBezTo>
                      <a:pt x="213348" y="47470"/>
                      <a:pt x="218706" y="31397"/>
                      <a:pt x="218706" y="9966"/>
                    </a:cubicBezTo>
                    <a:cubicBezTo>
                      <a:pt x="224171" y="12377"/>
                      <a:pt x="240030" y="18270"/>
                      <a:pt x="245495" y="20681"/>
                    </a:cubicBezTo>
                    <a:cubicBezTo>
                      <a:pt x="250853" y="23682"/>
                      <a:pt x="278981" y="211205"/>
                      <a:pt x="261140" y="284982"/>
                    </a:cubicBezTo>
                    <a:cubicBezTo>
                      <a:pt x="255675" y="307646"/>
                      <a:pt x="245763" y="328541"/>
                      <a:pt x="234565" y="348901"/>
                    </a:cubicBezTo>
                    <a:cubicBezTo>
                      <a:pt x="222296" y="371136"/>
                      <a:pt x="204454" y="374618"/>
                      <a:pt x="182648" y="364224"/>
                    </a:cubicBezTo>
                    <a:cubicBezTo>
                      <a:pt x="151841" y="349544"/>
                      <a:pt x="129659" y="324844"/>
                      <a:pt x="111335" y="297412"/>
                    </a:cubicBezTo>
                    <a:cubicBezTo>
                      <a:pt x="55293" y="213295"/>
                      <a:pt x="20949" y="120444"/>
                      <a:pt x="4126" y="20949"/>
                    </a:cubicBezTo>
                    <a:cubicBezTo>
                      <a:pt x="2947" y="13877"/>
                      <a:pt x="1393" y="6965"/>
                      <a:pt x="0" y="0"/>
                    </a:cubicBezTo>
                    <a:close/>
                  </a:path>
                </a:pathLst>
              </a:custGeom>
              <a:solidFill>
                <a:srgbClr val="6FBCB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10" name="Google Shape;410;g3f723ec14bb_0_259"/>
              <p:cNvSpPr/>
              <p:nvPr/>
            </p:nvSpPr>
            <p:spPr>
              <a:xfrm>
                <a:off x="7200568" y="2612626"/>
                <a:ext cx="645176" cy="602700"/>
              </a:xfrm>
              <a:custGeom>
                <a:avLst/>
                <a:gdLst/>
                <a:ahLst/>
                <a:cxnLst/>
                <a:rect l="l" t="t" r="r" b="b"/>
                <a:pathLst>
                  <a:path w="645176" h="602700" extrusionOk="0">
                    <a:moveTo>
                      <a:pt x="0" y="602700"/>
                    </a:moveTo>
                    <a:cubicBezTo>
                      <a:pt x="19663" y="564928"/>
                      <a:pt x="275392" y="60168"/>
                      <a:pt x="290715" y="33969"/>
                    </a:cubicBezTo>
                    <a:cubicBezTo>
                      <a:pt x="299073" y="19663"/>
                      <a:pt x="305717" y="12484"/>
                      <a:pt x="322862" y="12537"/>
                    </a:cubicBezTo>
                    <a:cubicBezTo>
                      <a:pt x="424660" y="7179"/>
                      <a:pt x="525333" y="0"/>
                      <a:pt x="619685" y="0"/>
                    </a:cubicBezTo>
                    <a:cubicBezTo>
                      <a:pt x="649688" y="1822"/>
                      <a:pt x="650224" y="6376"/>
                      <a:pt x="636615" y="32308"/>
                    </a:cubicBezTo>
                    <a:cubicBezTo>
                      <a:pt x="621667" y="60865"/>
                      <a:pt x="425678" y="403550"/>
                      <a:pt x="349437" y="550087"/>
                    </a:cubicBezTo>
                    <a:cubicBezTo>
                      <a:pt x="322862" y="607254"/>
                      <a:pt x="328220" y="601897"/>
                      <a:pt x="258300" y="602165"/>
                    </a:cubicBezTo>
                    <a:cubicBezTo>
                      <a:pt x="251388" y="602165"/>
                      <a:pt x="83046" y="602700"/>
                      <a:pt x="0" y="602700"/>
                    </a:cubicBezTo>
                    <a:close/>
                  </a:path>
                </a:pathLst>
              </a:custGeom>
              <a:solidFill>
                <a:srgbClr val="3E4A5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11" name="Google Shape;411;g3f723ec14bb_0_259"/>
              <p:cNvSpPr/>
              <p:nvPr/>
            </p:nvSpPr>
            <p:spPr>
              <a:xfrm>
                <a:off x="7105043" y="2884766"/>
                <a:ext cx="345402" cy="250230"/>
              </a:xfrm>
              <a:custGeom>
                <a:avLst/>
                <a:gdLst/>
                <a:ahLst/>
                <a:cxnLst/>
                <a:rect l="l" t="t" r="r" b="b"/>
                <a:pathLst>
                  <a:path w="345402" h="250230" extrusionOk="0">
                    <a:moveTo>
                      <a:pt x="240722" y="45310"/>
                    </a:moveTo>
                    <a:cubicBezTo>
                      <a:pt x="220148" y="88654"/>
                      <a:pt x="228184" y="85922"/>
                      <a:pt x="256099" y="100977"/>
                    </a:cubicBezTo>
                    <a:cubicBezTo>
                      <a:pt x="284870" y="116515"/>
                      <a:pt x="308927" y="140303"/>
                      <a:pt x="329768" y="166021"/>
                    </a:cubicBezTo>
                    <a:cubicBezTo>
                      <a:pt x="355325" y="197525"/>
                      <a:pt x="349592" y="218796"/>
                      <a:pt x="312248" y="233797"/>
                    </a:cubicBezTo>
                    <a:cubicBezTo>
                      <a:pt x="264189" y="253085"/>
                      <a:pt x="216076" y="258122"/>
                      <a:pt x="167641" y="233958"/>
                    </a:cubicBezTo>
                    <a:cubicBezTo>
                      <a:pt x="159658" y="229993"/>
                      <a:pt x="7121" y="154555"/>
                      <a:pt x="1066" y="139286"/>
                    </a:cubicBezTo>
                    <a:cubicBezTo>
                      <a:pt x="-5577" y="122462"/>
                      <a:pt x="20569" y="107889"/>
                      <a:pt x="31177" y="91440"/>
                    </a:cubicBezTo>
                    <a:cubicBezTo>
                      <a:pt x="45108" y="69795"/>
                      <a:pt x="62038" y="32987"/>
                      <a:pt x="70129" y="8287"/>
                    </a:cubicBezTo>
                    <a:cubicBezTo>
                      <a:pt x="75487" y="-7787"/>
                      <a:pt x="80844" y="2929"/>
                      <a:pt x="94989" y="11877"/>
                    </a:cubicBezTo>
                    <a:cubicBezTo>
                      <a:pt x="134637" y="20932"/>
                      <a:pt x="233274" y="38827"/>
                      <a:pt x="240722" y="45310"/>
                    </a:cubicBezTo>
                    <a:close/>
                  </a:path>
                </a:pathLst>
              </a:custGeom>
              <a:solidFill>
                <a:srgbClr val="F5C0C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12" name="Google Shape;412;g3f723ec14bb_0_259"/>
              <p:cNvSpPr/>
              <p:nvPr/>
            </p:nvSpPr>
            <p:spPr>
              <a:xfrm>
                <a:off x="6429910" y="1927897"/>
                <a:ext cx="761558" cy="1124101"/>
              </a:xfrm>
              <a:custGeom>
                <a:avLst/>
                <a:gdLst/>
                <a:ahLst/>
                <a:cxnLst/>
                <a:rect l="l" t="t" r="r" b="b"/>
                <a:pathLst>
                  <a:path w="761558" h="1124101" extrusionOk="0">
                    <a:moveTo>
                      <a:pt x="177869" y="53524"/>
                    </a:moveTo>
                    <a:cubicBezTo>
                      <a:pt x="234930" y="-24968"/>
                      <a:pt x="342622" y="-15752"/>
                      <a:pt x="384252" y="72116"/>
                    </a:cubicBezTo>
                    <a:cubicBezTo>
                      <a:pt x="413238" y="133302"/>
                      <a:pt x="410880" y="197435"/>
                      <a:pt x="400379" y="262640"/>
                    </a:cubicBezTo>
                    <a:cubicBezTo>
                      <a:pt x="377448" y="404782"/>
                      <a:pt x="342193" y="543978"/>
                      <a:pt x="301045" y="681728"/>
                    </a:cubicBezTo>
                    <a:cubicBezTo>
                      <a:pt x="294830" y="702463"/>
                      <a:pt x="302599" y="708088"/>
                      <a:pt x="320601" y="714250"/>
                    </a:cubicBezTo>
                    <a:cubicBezTo>
                      <a:pt x="461190" y="762416"/>
                      <a:pt x="598029" y="820281"/>
                      <a:pt x="735189" y="877342"/>
                    </a:cubicBezTo>
                    <a:cubicBezTo>
                      <a:pt x="761014" y="888111"/>
                      <a:pt x="764068" y="912007"/>
                      <a:pt x="760156" y="933759"/>
                    </a:cubicBezTo>
                    <a:cubicBezTo>
                      <a:pt x="750619" y="986587"/>
                      <a:pt x="729188" y="1034807"/>
                      <a:pt x="680968" y="1093743"/>
                    </a:cubicBezTo>
                    <a:cubicBezTo>
                      <a:pt x="655197" y="1133499"/>
                      <a:pt x="611370" y="1128676"/>
                      <a:pt x="568990" y="1110621"/>
                    </a:cubicBezTo>
                    <a:cubicBezTo>
                      <a:pt x="421221" y="1047613"/>
                      <a:pt x="271363" y="989481"/>
                      <a:pt x="122309" y="929419"/>
                    </a:cubicBezTo>
                    <a:cubicBezTo>
                      <a:pt x="117379" y="927437"/>
                      <a:pt x="112718" y="924758"/>
                      <a:pt x="107896" y="922401"/>
                    </a:cubicBezTo>
                    <a:cubicBezTo>
                      <a:pt x="82232" y="909971"/>
                      <a:pt x="58551" y="895237"/>
                      <a:pt x="36476" y="876377"/>
                    </a:cubicBezTo>
                    <a:cubicBezTo>
                      <a:pt x="2294" y="847123"/>
                      <a:pt x="-3171" y="810476"/>
                      <a:pt x="1383" y="770024"/>
                    </a:cubicBezTo>
                    <a:cubicBezTo>
                      <a:pt x="9634" y="696194"/>
                      <a:pt x="43388" y="252567"/>
                      <a:pt x="177869" y="53524"/>
                    </a:cubicBezTo>
                    <a:close/>
                  </a:path>
                </a:pathLst>
              </a:custGeom>
              <a:solidFill>
                <a:srgbClr val="EFEFE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413" name="Google Shape;413;g3f723ec14bb_0_259"/>
            <p:cNvGrpSpPr/>
            <p:nvPr/>
          </p:nvGrpSpPr>
          <p:grpSpPr>
            <a:xfrm>
              <a:off x="6007100" y="5209917"/>
              <a:ext cx="1505381" cy="727535"/>
              <a:chOff x="6007100" y="5209917"/>
              <a:chExt cx="1505381" cy="727535"/>
            </a:xfrm>
          </p:grpSpPr>
          <p:sp>
            <p:nvSpPr>
              <p:cNvPr id="414" name="Google Shape;414;g3f723ec14bb_0_259"/>
              <p:cNvSpPr/>
              <p:nvPr/>
            </p:nvSpPr>
            <p:spPr>
              <a:xfrm>
                <a:off x="6007100" y="5209917"/>
                <a:ext cx="1041161" cy="566351"/>
              </a:xfrm>
              <a:custGeom>
                <a:avLst/>
                <a:gdLst/>
                <a:ahLst/>
                <a:cxnLst/>
                <a:rect l="l" t="t" r="r" b="b"/>
                <a:pathLst>
                  <a:path w="1041161" h="566351" extrusionOk="0">
                    <a:moveTo>
                      <a:pt x="840442" y="557549"/>
                    </a:moveTo>
                    <a:lnTo>
                      <a:pt x="99242" y="291159"/>
                    </a:lnTo>
                    <a:cubicBezTo>
                      <a:pt x="21607" y="263245"/>
                      <a:pt x="-19112" y="176877"/>
                      <a:pt x="8802" y="99242"/>
                    </a:cubicBezTo>
                    <a:lnTo>
                      <a:pt x="8802" y="99242"/>
                    </a:lnTo>
                    <a:cubicBezTo>
                      <a:pt x="36716" y="21607"/>
                      <a:pt x="123084" y="-19112"/>
                      <a:pt x="200719" y="8802"/>
                    </a:cubicBezTo>
                    <a:lnTo>
                      <a:pt x="941919" y="275193"/>
                    </a:lnTo>
                    <a:cubicBezTo>
                      <a:pt x="1019554" y="303107"/>
                      <a:pt x="1060273" y="389475"/>
                      <a:pt x="1032359" y="467109"/>
                    </a:cubicBezTo>
                    <a:lnTo>
                      <a:pt x="1032359" y="467109"/>
                    </a:lnTo>
                    <a:cubicBezTo>
                      <a:pt x="1004445" y="544744"/>
                      <a:pt x="918077" y="585464"/>
                      <a:pt x="840442" y="557549"/>
                    </a:cubicBezTo>
                    <a:close/>
                  </a:path>
                </a:pathLst>
              </a:custGeom>
              <a:solidFill>
                <a:srgbClr val="FCFEF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15" name="Google Shape;415;g3f723ec14bb_0_259"/>
              <p:cNvSpPr/>
              <p:nvPr/>
            </p:nvSpPr>
            <p:spPr>
              <a:xfrm>
                <a:off x="6441820" y="5339217"/>
                <a:ext cx="604619" cy="436730"/>
              </a:xfrm>
              <a:custGeom>
                <a:avLst/>
                <a:gdLst/>
                <a:ahLst/>
                <a:cxnLst/>
                <a:rect l="l" t="t" r="r" b="b"/>
                <a:pathLst>
                  <a:path w="604619" h="436730" extrusionOk="0">
                    <a:moveTo>
                      <a:pt x="595817" y="337489"/>
                    </a:moveTo>
                    <a:lnTo>
                      <a:pt x="595817" y="337489"/>
                    </a:lnTo>
                    <a:cubicBezTo>
                      <a:pt x="623731" y="259854"/>
                      <a:pt x="583012" y="173486"/>
                      <a:pt x="505377" y="145572"/>
                    </a:cubicBezTo>
                    <a:lnTo>
                      <a:pt x="100327" y="0"/>
                    </a:lnTo>
                    <a:cubicBezTo>
                      <a:pt x="66680" y="35951"/>
                      <a:pt x="39622" y="79135"/>
                      <a:pt x="21942" y="128373"/>
                    </a:cubicBezTo>
                    <a:cubicBezTo>
                      <a:pt x="3511" y="179594"/>
                      <a:pt x="-2865" y="232207"/>
                      <a:pt x="1153" y="283160"/>
                    </a:cubicBezTo>
                    <a:lnTo>
                      <a:pt x="403954" y="427928"/>
                    </a:lnTo>
                    <a:cubicBezTo>
                      <a:pt x="481535" y="455842"/>
                      <a:pt x="567903" y="415123"/>
                      <a:pt x="595817" y="337489"/>
                    </a:cubicBezTo>
                    <a:close/>
                  </a:path>
                </a:pathLst>
              </a:custGeom>
              <a:solidFill>
                <a:srgbClr val="F7555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16" name="Google Shape;416;g3f723ec14bb_0_259"/>
              <p:cNvSpPr/>
              <p:nvPr/>
            </p:nvSpPr>
            <p:spPr>
              <a:xfrm>
                <a:off x="6479299" y="5369809"/>
                <a:ext cx="459872" cy="210895"/>
              </a:xfrm>
              <a:custGeom>
                <a:avLst/>
                <a:gdLst/>
                <a:ahLst/>
                <a:cxnLst/>
                <a:rect l="l" t="t" r="r" b="b"/>
                <a:pathLst>
                  <a:path w="459872" h="210895" extrusionOk="0">
                    <a:moveTo>
                      <a:pt x="457825" y="187899"/>
                    </a:moveTo>
                    <a:cubicBezTo>
                      <a:pt x="464308" y="169896"/>
                      <a:pt x="454878" y="149804"/>
                      <a:pt x="436822" y="143321"/>
                    </a:cubicBezTo>
                    <a:lnTo>
                      <a:pt x="38041" y="0"/>
                    </a:lnTo>
                    <a:cubicBezTo>
                      <a:pt x="23628" y="18592"/>
                      <a:pt x="10876" y="38737"/>
                      <a:pt x="0" y="60329"/>
                    </a:cubicBezTo>
                    <a:lnTo>
                      <a:pt x="413248" y="208847"/>
                    </a:lnTo>
                    <a:cubicBezTo>
                      <a:pt x="431304" y="215331"/>
                      <a:pt x="451342" y="205901"/>
                      <a:pt x="457825" y="187899"/>
                    </a:cubicBezTo>
                    <a:close/>
                  </a:path>
                </a:pathLst>
              </a:custGeom>
              <a:solidFill>
                <a:srgbClr val="F86F77"/>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17" name="Google Shape;417;g3f723ec14bb_0_259"/>
              <p:cNvSpPr/>
              <p:nvPr/>
            </p:nvSpPr>
            <p:spPr>
              <a:xfrm>
                <a:off x="6425578" y="5602946"/>
                <a:ext cx="1086903" cy="334506"/>
              </a:xfrm>
              <a:custGeom>
                <a:avLst/>
                <a:gdLst/>
                <a:ahLst/>
                <a:cxnLst/>
                <a:rect l="l" t="t" r="r" b="b"/>
                <a:pathLst>
                  <a:path w="1086903" h="334506" extrusionOk="0">
                    <a:moveTo>
                      <a:pt x="930313" y="334363"/>
                    </a:moveTo>
                    <a:lnTo>
                      <a:pt x="143464" y="299912"/>
                    </a:lnTo>
                    <a:cubicBezTo>
                      <a:pt x="61008" y="296323"/>
                      <a:pt x="-3447" y="225921"/>
                      <a:pt x="143" y="143464"/>
                    </a:cubicBezTo>
                    <a:lnTo>
                      <a:pt x="143" y="143464"/>
                    </a:lnTo>
                    <a:cubicBezTo>
                      <a:pt x="3733" y="61008"/>
                      <a:pt x="74134" y="-3447"/>
                      <a:pt x="156591" y="143"/>
                    </a:cubicBezTo>
                    <a:lnTo>
                      <a:pt x="943439" y="34593"/>
                    </a:lnTo>
                    <a:cubicBezTo>
                      <a:pt x="1025896" y="38183"/>
                      <a:pt x="1090351" y="108585"/>
                      <a:pt x="1086761" y="191042"/>
                    </a:cubicBezTo>
                    <a:lnTo>
                      <a:pt x="1086761" y="191042"/>
                    </a:lnTo>
                    <a:cubicBezTo>
                      <a:pt x="1083118" y="273499"/>
                      <a:pt x="1012716" y="337953"/>
                      <a:pt x="930313" y="334363"/>
                    </a:cubicBezTo>
                    <a:close/>
                  </a:path>
                </a:pathLst>
              </a:custGeom>
              <a:solidFill>
                <a:srgbClr val="FCFEF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18" name="Google Shape;418;g3f723ec14bb_0_259"/>
              <p:cNvSpPr/>
              <p:nvPr/>
            </p:nvSpPr>
            <p:spPr>
              <a:xfrm>
                <a:off x="6901623" y="5618680"/>
                <a:ext cx="610591" cy="318772"/>
              </a:xfrm>
              <a:custGeom>
                <a:avLst/>
                <a:gdLst/>
                <a:ahLst/>
                <a:cxnLst/>
                <a:rect l="l" t="t" r="r" b="b"/>
                <a:pathLst>
                  <a:path w="610591" h="318772" extrusionOk="0">
                    <a:moveTo>
                      <a:pt x="610449" y="175308"/>
                    </a:moveTo>
                    <a:lnTo>
                      <a:pt x="610449" y="175308"/>
                    </a:lnTo>
                    <a:cubicBezTo>
                      <a:pt x="614038" y="92851"/>
                      <a:pt x="549584" y="22503"/>
                      <a:pt x="467127" y="18860"/>
                    </a:cubicBezTo>
                    <a:lnTo>
                      <a:pt x="37109" y="0"/>
                    </a:lnTo>
                    <a:cubicBezTo>
                      <a:pt x="15678" y="44309"/>
                      <a:pt x="2658" y="93548"/>
                      <a:pt x="354" y="145894"/>
                    </a:cubicBezTo>
                    <a:cubicBezTo>
                      <a:pt x="-2003" y="200275"/>
                      <a:pt x="7480" y="252407"/>
                      <a:pt x="26393" y="299877"/>
                    </a:cubicBezTo>
                    <a:lnTo>
                      <a:pt x="454000" y="318630"/>
                    </a:lnTo>
                    <a:cubicBezTo>
                      <a:pt x="536457" y="322219"/>
                      <a:pt x="606859" y="257765"/>
                      <a:pt x="610449" y="175308"/>
                    </a:cubicBezTo>
                    <a:close/>
                  </a:path>
                </a:pathLst>
              </a:custGeom>
              <a:solidFill>
                <a:srgbClr val="F7555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19" name="Google Shape;419;g3f723ec14bb_0_259"/>
              <p:cNvSpPr/>
              <p:nvPr/>
            </p:nvSpPr>
            <p:spPr>
              <a:xfrm>
                <a:off x="6904174" y="5655541"/>
                <a:ext cx="475058" cy="88171"/>
              </a:xfrm>
              <a:custGeom>
                <a:avLst/>
                <a:gdLst/>
                <a:ahLst/>
                <a:cxnLst/>
                <a:rect l="l" t="t" r="r" b="b"/>
                <a:pathLst>
                  <a:path w="475058" h="88171" extrusionOk="0">
                    <a:moveTo>
                      <a:pt x="475024" y="54865"/>
                    </a:moveTo>
                    <a:cubicBezTo>
                      <a:pt x="475881" y="35737"/>
                      <a:pt x="460879" y="19395"/>
                      <a:pt x="441752" y="18538"/>
                    </a:cubicBezTo>
                    <a:lnTo>
                      <a:pt x="18431" y="0"/>
                    </a:lnTo>
                    <a:cubicBezTo>
                      <a:pt x="10180" y="22021"/>
                      <a:pt x="4018" y="45059"/>
                      <a:pt x="0" y="68902"/>
                    </a:cubicBezTo>
                    <a:lnTo>
                      <a:pt x="438698" y="88136"/>
                    </a:lnTo>
                    <a:cubicBezTo>
                      <a:pt x="457879" y="88994"/>
                      <a:pt x="474220" y="73992"/>
                      <a:pt x="475024" y="54865"/>
                    </a:cubicBezTo>
                    <a:close/>
                  </a:path>
                </a:pathLst>
              </a:custGeom>
              <a:solidFill>
                <a:srgbClr val="F86F77"/>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420" name="Google Shape;420;g3f723ec14bb_0_259"/>
            <p:cNvGrpSpPr/>
            <p:nvPr/>
          </p:nvGrpSpPr>
          <p:grpSpPr>
            <a:xfrm>
              <a:off x="8284239" y="4746857"/>
              <a:ext cx="792956" cy="1271455"/>
              <a:chOff x="8284239" y="4746857"/>
              <a:chExt cx="792956" cy="1271455"/>
            </a:xfrm>
          </p:grpSpPr>
          <p:sp>
            <p:nvSpPr>
              <p:cNvPr id="421" name="Google Shape;421;g3f723ec14bb_0_259"/>
              <p:cNvSpPr/>
              <p:nvPr/>
            </p:nvSpPr>
            <p:spPr>
              <a:xfrm>
                <a:off x="8315109" y="5213040"/>
                <a:ext cx="732517" cy="805272"/>
              </a:xfrm>
              <a:custGeom>
                <a:avLst/>
                <a:gdLst/>
                <a:ahLst/>
                <a:cxnLst/>
                <a:rect l="l" t="t" r="r" b="b"/>
                <a:pathLst>
                  <a:path w="732517" h="805272" extrusionOk="0">
                    <a:moveTo>
                      <a:pt x="729243" y="561392"/>
                    </a:moveTo>
                    <a:cubicBezTo>
                      <a:pt x="729940" y="605379"/>
                      <a:pt x="731279" y="648349"/>
                      <a:pt x="701222" y="684836"/>
                    </a:cubicBezTo>
                    <a:cubicBezTo>
                      <a:pt x="660395" y="734342"/>
                      <a:pt x="605371" y="762202"/>
                      <a:pt x="545738" y="778758"/>
                    </a:cubicBezTo>
                    <a:cubicBezTo>
                      <a:pt x="397005" y="819960"/>
                      <a:pt x="250362" y="816370"/>
                      <a:pt x="110094" y="745058"/>
                    </a:cubicBezTo>
                    <a:cubicBezTo>
                      <a:pt x="37764" y="708303"/>
                      <a:pt x="-2259" y="652743"/>
                      <a:pt x="99" y="566268"/>
                    </a:cubicBezTo>
                    <a:cubicBezTo>
                      <a:pt x="3902" y="428197"/>
                      <a:pt x="-116" y="289911"/>
                      <a:pt x="2617" y="151841"/>
                    </a:cubicBezTo>
                    <a:cubicBezTo>
                      <a:pt x="3581" y="103888"/>
                      <a:pt x="4653" y="55829"/>
                      <a:pt x="6796" y="7876"/>
                    </a:cubicBezTo>
                    <a:cubicBezTo>
                      <a:pt x="13546" y="7394"/>
                      <a:pt x="103076" y="96441"/>
                      <a:pt x="291081" y="111496"/>
                    </a:cubicBezTo>
                    <a:cubicBezTo>
                      <a:pt x="396469" y="122373"/>
                      <a:pt x="498911" y="112193"/>
                      <a:pt x="598620" y="75867"/>
                    </a:cubicBezTo>
                    <a:cubicBezTo>
                      <a:pt x="640946" y="60436"/>
                      <a:pt x="703097" y="21431"/>
                      <a:pt x="729886" y="0"/>
                    </a:cubicBezTo>
                    <a:cubicBezTo>
                      <a:pt x="735833" y="59043"/>
                      <a:pt x="729940" y="428571"/>
                      <a:pt x="729243" y="561392"/>
                    </a:cubicBezTo>
                    <a:close/>
                  </a:path>
                </a:pathLst>
              </a:custGeom>
              <a:solidFill>
                <a:srgbClr val="5794D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22" name="Google Shape;422;g3f723ec14bb_0_259"/>
              <p:cNvSpPr/>
              <p:nvPr/>
            </p:nvSpPr>
            <p:spPr>
              <a:xfrm>
                <a:off x="8286486" y="4955436"/>
                <a:ext cx="787909" cy="381283"/>
              </a:xfrm>
              <a:custGeom>
                <a:avLst/>
                <a:gdLst/>
                <a:ahLst/>
                <a:cxnLst/>
                <a:rect l="l" t="t" r="r" b="b"/>
                <a:pathLst>
                  <a:path w="787909" h="381283" extrusionOk="0">
                    <a:moveTo>
                      <a:pt x="759259" y="257068"/>
                    </a:moveTo>
                    <a:cubicBezTo>
                      <a:pt x="700377" y="321094"/>
                      <a:pt x="623278" y="349329"/>
                      <a:pt x="541036" y="365885"/>
                    </a:cubicBezTo>
                    <a:cubicBezTo>
                      <a:pt x="413841" y="391442"/>
                      <a:pt x="288147" y="386084"/>
                      <a:pt x="164917" y="343061"/>
                    </a:cubicBezTo>
                    <a:cubicBezTo>
                      <a:pt x="116429" y="326130"/>
                      <a:pt x="29900" y="295054"/>
                      <a:pt x="2415" y="198936"/>
                    </a:cubicBezTo>
                    <a:cubicBezTo>
                      <a:pt x="-1818" y="134588"/>
                      <a:pt x="700" y="70348"/>
                      <a:pt x="1183" y="6965"/>
                    </a:cubicBezTo>
                    <a:cubicBezTo>
                      <a:pt x="72763" y="96815"/>
                      <a:pt x="110643" y="117711"/>
                      <a:pt x="182009" y="140428"/>
                    </a:cubicBezTo>
                    <a:cubicBezTo>
                      <a:pt x="321633" y="184898"/>
                      <a:pt x="462865" y="185380"/>
                      <a:pt x="603025" y="141553"/>
                    </a:cubicBezTo>
                    <a:cubicBezTo>
                      <a:pt x="652478" y="126123"/>
                      <a:pt x="699788" y="104799"/>
                      <a:pt x="737292" y="66758"/>
                    </a:cubicBezTo>
                    <a:cubicBezTo>
                      <a:pt x="752509" y="51328"/>
                      <a:pt x="775386" y="1661"/>
                      <a:pt x="787870" y="0"/>
                    </a:cubicBezTo>
                    <a:cubicBezTo>
                      <a:pt x="786584" y="66919"/>
                      <a:pt x="789906" y="132927"/>
                      <a:pt x="785673" y="199043"/>
                    </a:cubicBezTo>
                    <a:cubicBezTo>
                      <a:pt x="783530" y="221438"/>
                      <a:pt x="770243" y="238744"/>
                      <a:pt x="759259" y="257068"/>
                    </a:cubicBezTo>
                    <a:close/>
                  </a:path>
                </a:pathLst>
              </a:custGeom>
              <a:solidFill>
                <a:srgbClr val="F09F5C"/>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23" name="Google Shape;423;g3f723ec14bb_0_259"/>
              <p:cNvSpPr/>
              <p:nvPr/>
            </p:nvSpPr>
            <p:spPr>
              <a:xfrm>
                <a:off x="8680984" y="5378971"/>
                <a:ext cx="363903" cy="502487"/>
              </a:xfrm>
              <a:custGeom>
                <a:avLst/>
                <a:gdLst/>
                <a:ahLst/>
                <a:cxnLst/>
                <a:rect l="l" t="t" r="r" b="b"/>
                <a:pathLst>
                  <a:path w="363903" h="502487" extrusionOk="0">
                    <a:moveTo>
                      <a:pt x="363367" y="384745"/>
                    </a:moveTo>
                    <a:cubicBezTo>
                      <a:pt x="287983" y="447913"/>
                      <a:pt x="203865" y="491258"/>
                      <a:pt x="104478" y="501438"/>
                    </a:cubicBezTo>
                    <a:cubicBezTo>
                      <a:pt x="74742" y="504491"/>
                      <a:pt x="45863" y="500259"/>
                      <a:pt x="16717" y="496723"/>
                    </a:cubicBezTo>
                    <a:cubicBezTo>
                      <a:pt x="3644" y="495115"/>
                      <a:pt x="-53" y="487400"/>
                      <a:pt x="1" y="474488"/>
                    </a:cubicBezTo>
                    <a:cubicBezTo>
                      <a:pt x="483" y="363903"/>
                      <a:pt x="376" y="253371"/>
                      <a:pt x="215" y="142786"/>
                    </a:cubicBezTo>
                    <a:cubicBezTo>
                      <a:pt x="215" y="131106"/>
                      <a:pt x="483" y="122640"/>
                      <a:pt x="16503" y="122158"/>
                    </a:cubicBezTo>
                    <a:cubicBezTo>
                      <a:pt x="145144" y="118301"/>
                      <a:pt x="259801" y="73991"/>
                      <a:pt x="363903" y="0"/>
                    </a:cubicBezTo>
                    <a:cubicBezTo>
                      <a:pt x="363689" y="128266"/>
                      <a:pt x="363528" y="256478"/>
                      <a:pt x="363367" y="384745"/>
                    </a:cubicBezTo>
                    <a:close/>
                  </a:path>
                </a:pathLst>
              </a:custGeom>
              <a:solidFill>
                <a:srgbClr val="E8EFF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24" name="Google Shape;424;g3f723ec14bb_0_259"/>
              <p:cNvSpPr/>
              <p:nvPr/>
            </p:nvSpPr>
            <p:spPr>
              <a:xfrm>
                <a:off x="8284239" y="4746857"/>
                <a:ext cx="792956" cy="401835"/>
              </a:xfrm>
              <a:custGeom>
                <a:avLst/>
                <a:gdLst/>
                <a:ahLst/>
                <a:cxnLst/>
                <a:rect l="l" t="t" r="r" b="b"/>
                <a:pathLst>
                  <a:path w="792956" h="401835" extrusionOk="0">
                    <a:moveTo>
                      <a:pt x="792956" y="200918"/>
                    </a:moveTo>
                    <a:cubicBezTo>
                      <a:pt x="792956" y="311882"/>
                      <a:pt x="615447" y="401836"/>
                      <a:pt x="396478" y="401836"/>
                    </a:cubicBezTo>
                    <a:cubicBezTo>
                      <a:pt x="177509" y="401836"/>
                      <a:pt x="0" y="311882"/>
                      <a:pt x="0" y="200918"/>
                    </a:cubicBezTo>
                    <a:cubicBezTo>
                      <a:pt x="0" y="89954"/>
                      <a:pt x="177509" y="0"/>
                      <a:pt x="396478" y="0"/>
                    </a:cubicBezTo>
                    <a:cubicBezTo>
                      <a:pt x="615447" y="0"/>
                      <a:pt x="792956" y="89954"/>
                      <a:pt x="792956" y="200918"/>
                    </a:cubicBezTo>
                    <a:close/>
                  </a:path>
                </a:pathLst>
              </a:custGeom>
              <a:solidFill>
                <a:srgbClr val="F3B58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25" name="Google Shape;425;g3f723ec14bb_0_259"/>
              <p:cNvSpPr/>
              <p:nvPr/>
            </p:nvSpPr>
            <p:spPr>
              <a:xfrm>
                <a:off x="8396753" y="4784361"/>
                <a:ext cx="567928" cy="300037"/>
              </a:xfrm>
              <a:custGeom>
                <a:avLst/>
                <a:gdLst/>
                <a:ahLst/>
                <a:cxnLst/>
                <a:rect l="l" t="t" r="r" b="b"/>
                <a:pathLst>
                  <a:path w="567928" h="300037" extrusionOk="0">
                    <a:moveTo>
                      <a:pt x="567928" y="150019"/>
                    </a:moveTo>
                    <a:cubicBezTo>
                      <a:pt x="567928" y="232872"/>
                      <a:pt x="440793" y="300037"/>
                      <a:pt x="283964" y="300037"/>
                    </a:cubicBezTo>
                    <a:cubicBezTo>
                      <a:pt x="127135" y="300037"/>
                      <a:pt x="0" y="232872"/>
                      <a:pt x="0" y="150019"/>
                    </a:cubicBezTo>
                    <a:cubicBezTo>
                      <a:pt x="0" y="67165"/>
                      <a:pt x="127135" y="0"/>
                      <a:pt x="283964" y="0"/>
                    </a:cubicBezTo>
                    <a:cubicBezTo>
                      <a:pt x="440793" y="0"/>
                      <a:pt x="567928" y="67165"/>
                      <a:pt x="567928" y="150019"/>
                    </a:cubicBezTo>
                    <a:close/>
                  </a:path>
                </a:pathLst>
              </a:custGeom>
              <a:solidFill>
                <a:srgbClr val="F09F5C"/>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sp>
        <p:nvSpPr>
          <p:cNvPr id="426" name="Google Shape;426;g3f723ec14bb_0_259"/>
          <p:cNvSpPr txBox="1"/>
          <p:nvPr/>
        </p:nvSpPr>
        <p:spPr>
          <a:xfrm>
            <a:off x="546083" y="1914824"/>
            <a:ext cx="763500" cy="554100"/>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3600" b="1">
                <a:solidFill>
                  <a:schemeClr val="accent1"/>
                </a:solidFill>
                <a:latin typeface="Arial"/>
                <a:ea typeface="Arial"/>
                <a:cs typeface="Arial"/>
                <a:sym typeface="Arial"/>
              </a:rPr>
              <a:t>01</a:t>
            </a:r>
            <a:endParaRPr sz="3600" b="1">
              <a:solidFill>
                <a:schemeClr val="accent1"/>
              </a:solidFill>
              <a:latin typeface="Arial"/>
              <a:ea typeface="Arial"/>
              <a:cs typeface="Arial"/>
              <a:sym typeface="Arial"/>
            </a:endParaRPr>
          </a:p>
        </p:txBody>
      </p:sp>
      <p:sp>
        <p:nvSpPr>
          <p:cNvPr id="427" name="Google Shape;427;g3f723ec14bb_0_259"/>
          <p:cNvSpPr txBox="1"/>
          <p:nvPr/>
        </p:nvSpPr>
        <p:spPr>
          <a:xfrm>
            <a:off x="583791" y="2432872"/>
            <a:ext cx="2469600" cy="1015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a:solidFill>
                  <a:schemeClr val="dk1"/>
                </a:solidFill>
              </a:rPr>
              <a:t>Build a clinician-facing interface so care teams can view flagged patients and key risk drivers without needing to call the API directly</a:t>
            </a:r>
            <a:endParaRPr sz="1200">
              <a:solidFill>
                <a:schemeClr val="dk1"/>
              </a:solidFill>
              <a:latin typeface="Arial"/>
              <a:ea typeface="Arial"/>
              <a:cs typeface="Arial"/>
              <a:sym typeface="Arial"/>
            </a:endParaRPr>
          </a:p>
        </p:txBody>
      </p:sp>
      <p:sp>
        <p:nvSpPr>
          <p:cNvPr id="428" name="Google Shape;428;g3f723ec14bb_0_259"/>
          <p:cNvSpPr txBox="1"/>
          <p:nvPr/>
        </p:nvSpPr>
        <p:spPr>
          <a:xfrm>
            <a:off x="3572567" y="1914824"/>
            <a:ext cx="763500" cy="554100"/>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3600" b="1">
                <a:solidFill>
                  <a:schemeClr val="accent2"/>
                </a:solidFill>
                <a:latin typeface="Arial"/>
                <a:ea typeface="Arial"/>
                <a:cs typeface="Arial"/>
                <a:sym typeface="Arial"/>
              </a:rPr>
              <a:t>02</a:t>
            </a:r>
            <a:endParaRPr sz="3600" b="1">
              <a:solidFill>
                <a:schemeClr val="accent2"/>
              </a:solidFill>
              <a:latin typeface="Arial"/>
              <a:ea typeface="Arial"/>
              <a:cs typeface="Arial"/>
              <a:sym typeface="Arial"/>
            </a:endParaRPr>
          </a:p>
        </p:txBody>
      </p:sp>
      <p:sp>
        <p:nvSpPr>
          <p:cNvPr id="429" name="Google Shape;429;g3f723ec14bb_0_259"/>
          <p:cNvSpPr txBox="1"/>
          <p:nvPr/>
        </p:nvSpPr>
        <p:spPr>
          <a:xfrm>
            <a:off x="3610275" y="2432872"/>
            <a:ext cx="2469600" cy="831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a:solidFill>
                  <a:schemeClr val="dk1"/>
                </a:solidFill>
              </a:rPr>
              <a:t>Connect the front end to the deployed /predict endpoint for real-time risk scoring during discharge review</a:t>
            </a:r>
            <a:endParaRPr sz="1200">
              <a:solidFill>
                <a:schemeClr val="dk1"/>
              </a:solidFill>
              <a:latin typeface="Arial"/>
              <a:ea typeface="Arial"/>
              <a:cs typeface="Arial"/>
              <a:sym typeface="Arial"/>
            </a:endParaRPr>
          </a:p>
        </p:txBody>
      </p:sp>
      <p:sp>
        <p:nvSpPr>
          <p:cNvPr id="430" name="Google Shape;430;g3f723ec14bb_0_259"/>
          <p:cNvSpPr txBox="1"/>
          <p:nvPr/>
        </p:nvSpPr>
        <p:spPr>
          <a:xfrm>
            <a:off x="1309707" y="2037934"/>
            <a:ext cx="1635000" cy="307800"/>
          </a:xfrm>
          <a:prstGeom prst="rect">
            <a:avLst/>
          </a:prstGeom>
          <a:noFill/>
          <a:ln>
            <a:noFill/>
          </a:ln>
        </p:spPr>
        <p:txBody>
          <a:bodyPr spcFirstLastPara="1" wrap="square" lIns="108000" tIns="45700" rIns="108000" bIns="45700" anchor="ctr" anchorCtr="0">
            <a:spAutoFit/>
          </a:bodyPr>
          <a:lstStyle/>
          <a:p>
            <a:pPr marL="0" marR="0" lvl="0" indent="0" algn="l" rtl="0">
              <a:spcBef>
                <a:spcPts val="0"/>
              </a:spcBef>
              <a:spcAft>
                <a:spcPts val="0"/>
              </a:spcAft>
              <a:buNone/>
            </a:pPr>
            <a:r>
              <a:rPr lang="en-US" b="1">
                <a:solidFill>
                  <a:schemeClr val="accent1"/>
                </a:solidFill>
              </a:rPr>
              <a:t>Front-End App</a:t>
            </a:r>
            <a:endParaRPr sz="1400" b="1">
              <a:solidFill>
                <a:schemeClr val="accent1"/>
              </a:solidFill>
              <a:latin typeface="Arial"/>
              <a:ea typeface="Arial"/>
              <a:cs typeface="Arial"/>
              <a:sym typeface="Arial"/>
            </a:endParaRPr>
          </a:p>
        </p:txBody>
      </p:sp>
      <p:sp>
        <p:nvSpPr>
          <p:cNvPr id="431" name="Google Shape;431;g3f723ec14bb_0_259"/>
          <p:cNvSpPr txBox="1"/>
          <p:nvPr/>
        </p:nvSpPr>
        <p:spPr>
          <a:xfrm>
            <a:off x="4336191" y="2037934"/>
            <a:ext cx="1635000" cy="307800"/>
          </a:xfrm>
          <a:prstGeom prst="rect">
            <a:avLst/>
          </a:prstGeom>
          <a:noFill/>
          <a:ln>
            <a:noFill/>
          </a:ln>
        </p:spPr>
        <p:txBody>
          <a:bodyPr spcFirstLastPara="1" wrap="square" lIns="108000" tIns="45700" rIns="108000" bIns="45700" anchor="ctr" anchorCtr="0">
            <a:spAutoFit/>
          </a:bodyPr>
          <a:lstStyle/>
          <a:p>
            <a:pPr marL="0" marR="0" lvl="0" indent="0" algn="l" rtl="0">
              <a:spcBef>
                <a:spcPts val="0"/>
              </a:spcBef>
              <a:spcAft>
                <a:spcPts val="0"/>
              </a:spcAft>
              <a:buNone/>
            </a:pPr>
            <a:r>
              <a:rPr lang="en-US" b="1">
                <a:solidFill>
                  <a:schemeClr val="accent2"/>
                </a:solidFill>
              </a:rPr>
              <a:t>API Integration</a:t>
            </a:r>
            <a:endParaRPr sz="1400" b="1">
              <a:solidFill>
                <a:schemeClr val="accent2"/>
              </a:solidFill>
              <a:latin typeface="Arial"/>
              <a:ea typeface="Arial"/>
              <a:cs typeface="Arial"/>
              <a:sym typeface="Arial"/>
            </a:endParaRPr>
          </a:p>
        </p:txBody>
      </p:sp>
      <p:sp>
        <p:nvSpPr>
          <p:cNvPr id="432" name="Google Shape;432;g3f723ec14bb_0_259"/>
          <p:cNvSpPr txBox="1"/>
          <p:nvPr/>
        </p:nvSpPr>
        <p:spPr>
          <a:xfrm>
            <a:off x="546083" y="3965906"/>
            <a:ext cx="763500" cy="554100"/>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3600" b="1">
                <a:solidFill>
                  <a:schemeClr val="accent3"/>
                </a:solidFill>
                <a:latin typeface="Arial"/>
                <a:ea typeface="Arial"/>
                <a:cs typeface="Arial"/>
                <a:sym typeface="Arial"/>
              </a:rPr>
              <a:t>03</a:t>
            </a:r>
            <a:endParaRPr sz="3600" b="1">
              <a:solidFill>
                <a:schemeClr val="accent3"/>
              </a:solidFill>
              <a:latin typeface="Arial"/>
              <a:ea typeface="Arial"/>
              <a:cs typeface="Arial"/>
              <a:sym typeface="Arial"/>
            </a:endParaRPr>
          </a:p>
        </p:txBody>
      </p:sp>
      <p:sp>
        <p:nvSpPr>
          <p:cNvPr id="433" name="Google Shape;433;g3f723ec14bb_0_259"/>
          <p:cNvSpPr txBox="1"/>
          <p:nvPr/>
        </p:nvSpPr>
        <p:spPr>
          <a:xfrm>
            <a:off x="583791" y="4483954"/>
            <a:ext cx="2469600" cy="1015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a:solidFill>
                  <a:schemeClr val="dk1"/>
                </a:solidFill>
              </a:rPr>
              <a:t>Onboard clinical staff on interpreting risk scores and feature-importance drivers, so the tool supports clinical judgment rather than replacing it</a:t>
            </a:r>
            <a:endParaRPr sz="1200">
              <a:solidFill>
                <a:schemeClr val="dk1"/>
              </a:solidFill>
              <a:latin typeface="Arial"/>
              <a:ea typeface="Arial"/>
              <a:cs typeface="Arial"/>
              <a:sym typeface="Arial"/>
            </a:endParaRPr>
          </a:p>
        </p:txBody>
      </p:sp>
      <p:sp>
        <p:nvSpPr>
          <p:cNvPr id="434" name="Google Shape;434;g3f723ec14bb_0_259"/>
          <p:cNvSpPr txBox="1"/>
          <p:nvPr/>
        </p:nvSpPr>
        <p:spPr>
          <a:xfrm>
            <a:off x="3572568" y="3965906"/>
            <a:ext cx="763500" cy="554100"/>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n-US" sz="3600" b="1">
                <a:solidFill>
                  <a:schemeClr val="accent4"/>
                </a:solidFill>
                <a:latin typeface="Arial"/>
                <a:ea typeface="Arial"/>
                <a:cs typeface="Arial"/>
                <a:sym typeface="Arial"/>
              </a:rPr>
              <a:t>04</a:t>
            </a:r>
            <a:endParaRPr sz="3600" b="1">
              <a:solidFill>
                <a:schemeClr val="accent4"/>
              </a:solidFill>
              <a:latin typeface="Arial"/>
              <a:ea typeface="Arial"/>
              <a:cs typeface="Arial"/>
              <a:sym typeface="Arial"/>
            </a:endParaRPr>
          </a:p>
        </p:txBody>
      </p:sp>
      <p:sp>
        <p:nvSpPr>
          <p:cNvPr id="435" name="Google Shape;435;g3f723ec14bb_0_259"/>
          <p:cNvSpPr txBox="1"/>
          <p:nvPr/>
        </p:nvSpPr>
        <p:spPr>
          <a:xfrm>
            <a:off x="3610276" y="4483954"/>
            <a:ext cx="2469600" cy="1015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a:solidFill>
                  <a:schemeClr val="dk1"/>
                </a:solidFill>
              </a:rPr>
              <a:t>Use flagged risk to </a:t>
            </a:r>
            <a:r>
              <a:rPr lang="en-US" sz="1200" b="1" i="1">
                <a:solidFill>
                  <a:schemeClr val="dk1"/>
                </a:solidFill>
              </a:rPr>
              <a:t>inform </a:t>
            </a:r>
            <a:r>
              <a:rPr lang="en-US" sz="1200">
                <a:solidFill>
                  <a:schemeClr val="dk1"/>
                </a:solidFill>
              </a:rPr>
              <a:t>decisions about extending observation or further evaluation before discharge, for patients the model identifies as high-risk</a:t>
            </a:r>
            <a:endParaRPr sz="1200">
              <a:solidFill>
                <a:schemeClr val="dk1"/>
              </a:solidFill>
              <a:latin typeface="Arial"/>
              <a:ea typeface="Arial"/>
              <a:cs typeface="Arial"/>
              <a:sym typeface="Arial"/>
            </a:endParaRPr>
          </a:p>
        </p:txBody>
      </p:sp>
      <p:sp>
        <p:nvSpPr>
          <p:cNvPr id="436" name="Google Shape;436;g3f723ec14bb_0_259"/>
          <p:cNvSpPr txBox="1"/>
          <p:nvPr/>
        </p:nvSpPr>
        <p:spPr>
          <a:xfrm>
            <a:off x="1378643" y="4089016"/>
            <a:ext cx="1674900" cy="307800"/>
          </a:xfrm>
          <a:prstGeom prst="rect">
            <a:avLst/>
          </a:prstGeom>
          <a:noFill/>
          <a:ln>
            <a:noFill/>
          </a:ln>
        </p:spPr>
        <p:txBody>
          <a:bodyPr spcFirstLastPara="1" wrap="square" lIns="108000" tIns="45700" rIns="108000" bIns="45700" anchor="ctr" anchorCtr="0">
            <a:spAutoFit/>
          </a:bodyPr>
          <a:lstStyle/>
          <a:p>
            <a:pPr marL="0" marR="0" lvl="0" indent="0" algn="l" rtl="0">
              <a:spcBef>
                <a:spcPts val="0"/>
              </a:spcBef>
              <a:spcAft>
                <a:spcPts val="0"/>
              </a:spcAft>
              <a:buNone/>
            </a:pPr>
            <a:r>
              <a:rPr lang="en-US" b="1">
                <a:solidFill>
                  <a:schemeClr val="accent3"/>
                </a:solidFill>
              </a:rPr>
              <a:t>Staff Training</a:t>
            </a:r>
            <a:endParaRPr sz="1400" b="1">
              <a:solidFill>
                <a:schemeClr val="accent3"/>
              </a:solidFill>
              <a:latin typeface="Arial"/>
              <a:ea typeface="Arial"/>
              <a:cs typeface="Arial"/>
              <a:sym typeface="Arial"/>
            </a:endParaRPr>
          </a:p>
        </p:txBody>
      </p:sp>
      <p:sp>
        <p:nvSpPr>
          <p:cNvPr id="437" name="Google Shape;437;g3f723ec14bb_0_259"/>
          <p:cNvSpPr txBox="1"/>
          <p:nvPr/>
        </p:nvSpPr>
        <p:spPr>
          <a:xfrm>
            <a:off x="4396050" y="3981350"/>
            <a:ext cx="2797200" cy="523200"/>
          </a:xfrm>
          <a:prstGeom prst="rect">
            <a:avLst/>
          </a:prstGeom>
          <a:noFill/>
          <a:ln>
            <a:noFill/>
          </a:ln>
        </p:spPr>
        <p:txBody>
          <a:bodyPr spcFirstLastPara="1" wrap="square" lIns="108000" tIns="45700" rIns="108000" bIns="45700" anchor="ctr" anchorCtr="0">
            <a:spAutoFit/>
          </a:bodyPr>
          <a:lstStyle/>
          <a:p>
            <a:pPr marL="0" marR="0" lvl="0" indent="0" algn="l" rtl="0">
              <a:spcBef>
                <a:spcPts val="0"/>
              </a:spcBef>
              <a:spcAft>
                <a:spcPts val="0"/>
              </a:spcAft>
              <a:buNone/>
            </a:pPr>
            <a:r>
              <a:rPr lang="en-US" b="1">
                <a:solidFill>
                  <a:schemeClr val="accent4"/>
                </a:solidFill>
              </a:rPr>
              <a:t>Care </a:t>
            </a:r>
            <a:endParaRPr b="1">
              <a:solidFill>
                <a:schemeClr val="accent4"/>
              </a:solidFill>
            </a:endParaRPr>
          </a:p>
          <a:p>
            <a:pPr marL="0" marR="0" lvl="0" indent="0" algn="l" rtl="0">
              <a:spcBef>
                <a:spcPts val="0"/>
              </a:spcBef>
              <a:spcAft>
                <a:spcPts val="0"/>
              </a:spcAft>
              <a:buNone/>
            </a:pPr>
            <a:r>
              <a:rPr lang="en-US" b="1">
                <a:solidFill>
                  <a:schemeClr val="accent4"/>
                </a:solidFill>
              </a:rPr>
              <a:t>Recommendations</a:t>
            </a:r>
            <a:endParaRPr sz="1400" b="1">
              <a:solidFill>
                <a:schemeClr val="accent4"/>
              </a:solidFill>
              <a:latin typeface="Arial"/>
              <a:ea typeface="Arial"/>
              <a:cs typeface="Arial"/>
              <a:sym typeface="Arial"/>
            </a:endParaRPr>
          </a:p>
        </p:txBody>
      </p:sp>
      <p:sp>
        <p:nvSpPr>
          <p:cNvPr id="438" name="Google Shape;438;g3f723ec14bb_0_259"/>
          <p:cNvSpPr txBox="1">
            <a:spLocks noGrp="1"/>
          </p:cNvSpPr>
          <p:nvPr>
            <p:ph type="sldNum" idx="12"/>
          </p:nvPr>
        </p:nvSpPr>
        <p:spPr>
          <a:xfrm>
            <a:off x="11409045" y="6333134"/>
            <a:ext cx="731700" cy="5250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43"/>
        <p:cNvGrpSpPr/>
        <p:nvPr/>
      </p:nvGrpSpPr>
      <p:grpSpPr>
        <a:xfrm>
          <a:off x="0" y="0"/>
          <a:ext cx="0" cy="0"/>
          <a:chOff x="0" y="0"/>
          <a:chExt cx="0" cy="0"/>
        </a:xfrm>
      </p:grpSpPr>
      <p:sp>
        <p:nvSpPr>
          <p:cNvPr id="444" name="Google Shape;444;g3f723ec14bb_0_264"/>
          <p:cNvSpPr txBox="1">
            <a:spLocks noGrp="1"/>
          </p:cNvSpPr>
          <p:nvPr>
            <p:ph type="body" idx="1"/>
          </p:nvPr>
        </p:nvSpPr>
        <p:spPr>
          <a:xfrm>
            <a:off x="323529" y="145548"/>
            <a:ext cx="11573100" cy="724200"/>
          </a:xfrm>
          <a:prstGeom prst="rect">
            <a:avLst/>
          </a:prstGeom>
        </p:spPr>
        <p:txBody>
          <a:bodyPr spcFirstLastPara="1" wrap="square" lIns="91425" tIns="45700" rIns="91425" bIns="45700" anchor="ctr" anchorCtr="0">
            <a:noAutofit/>
          </a:bodyPr>
          <a:lstStyle/>
          <a:p>
            <a:pPr marL="0" lvl="0" indent="0" algn="ctr" rtl="0">
              <a:spcBef>
                <a:spcPts val="1000"/>
              </a:spcBef>
              <a:spcAft>
                <a:spcPts val="0"/>
              </a:spcAft>
              <a:buNone/>
            </a:pPr>
            <a:r>
              <a:rPr lang="en-US"/>
              <a:t>Conclusion</a:t>
            </a:r>
            <a:endParaRPr/>
          </a:p>
        </p:txBody>
      </p:sp>
      <p:sp>
        <p:nvSpPr>
          <p:cNvPr id="445" name="Google Shape;445;g3f723ec14bb_0_264"/>
          <p:cNvSpPr/>
          <p:nvPr/>
        </p:nvSpPr>
        <p:spPr>
          <a:xfrm>
            <a:off x="750325" y="1844251"/>
            <a:ext cx="3141000" cy="4051200"/>
          </a:xfrm>
          <a:prstGeom prst="roundRect">
            <a:avLst>
              <a:gd name="adj" fmla="val 6084"/>
            </a:avLst>
          </a:prstGeom>
          <a:solidFill>
            <a:schemeClr val="lt1"/>
          </a:solidFill>
          <a:ln w="25400" cap="flat" cmpd="sng">
            <a:solidFill>
              <a:schemeClr val="accen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lt1"/>
              </a:solidFill>
              <a:latin typeface="Arial"/>
              <a:ea typeface="Arial"/>
              <a:cs typeface="Arial"/>
              <a:sym typeface="Arial"/>
            </a:endParaRPr>
          </a:p>
        </p:txBody>
      </p:sp>
      <p:sp>
        <p:nvSpPr>
          <p:cNvPr id="446" name="Google Shape;446;g3f723ec14bb_0_264"/>
          <p:cNvSpPr/>
          <p:nvPr/>
        </p:nvSpPr>
        <p:spPr>
          <a:xfrm>
            <a:off x="750337" y="1759850"/>
            <a:ext cx="3141349" cy="581397"/>
          </a:xfrm>
          <a:custGeom>
            <a:avLst/>
            <a:gdLst/>
            <a:ahLst/>
            <a:cxnLst/>
            <a:rect l="l" t="t" r="r" b="b"/>
            <a:pathLst>
              <a:path w="1800200" h="581397" extrusionOk="0">
                <a:moveTo>
                  <a:pt x="109524" y="0"/>
                </a:moveTo>
                <a:lnTo>
                  <a:pt x="1690676" y="0"/>
                </a:lnTo>
                <a:cubicBezTo>
                  <a:pt x="1751164" y="0"/>
                  <a:pt x="1800200" y="49036"/>
                  <a:pt x="1800200" y="109524"/>
                </a:cubicBezTo>
                <a:lnTo>
                  <a:pt x="1800200" y="581397"/>
                </a:lnTo>
                <a:lnTo>
                  <a:pt x="0" y="581397"/>
                </a:lnTo>
                <a:lnTo>
                  <a:pt x="0" y="109524"/>
                </a:lnTo>
                <a:cubicBezTo>
                  <a:pt x="0" y="49036"/>
                  <a:pt x="49036" y="0"/>
                  <a:pt x="109524" y="0"/>
                </a:cubicBezTo>
                <a:close/>
              </a:path>
            </a:pathLst>
          </a:custGeom>
          <a:solidFill>
            <a:schemeClr val="accent1"/>
          </a:solidFill>
          <a:ln w="25400" cap="flat" cmpd="sng">
            <a:solidFill>
              <a:schemeClr val="accen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lt1"/>
              </a:solidFill>
              <a:latin typeface="Arial"/>
              <a:ea typeface="Arial"/>
              <a:cs typeface="Arial"/>
              <a:sym typeface="Arial"/>
            </a:endParaRPr>
          </a:p>
        </p:txBody>
      </p:sp>
      <p:sp>
        <p:nvSpPr>
          <p:cNvPr id="447" name="Google Shape;447;g3f723ec14bb_0_264"/>
          <p:cNvSpPr txBox="1"/>
          <p:nvPr/>
        </p:nvSpPr>
        <p:spPr>
          <a:xfrm>
            <a:off x="750325" y="2468200"/>
            <a:ext cx="3141000" cy="3324600"/>
          </a:xfrm>
          <a:prstGeom prst="rect">
            <a:avLst/>
          </a:prstGeom>
          <a:noFill/>
          <a:ln>
            <a:noFill/>
          </a:ln>
        </p:spPr>
        <p:txBody>
          <a:bodyPr spcFirstLastPara="1" wrap="square" lIns="91425" tIns="45700" rIns="91425" bIns="45700" anchor="t" anchorCtr="0">
            <a:spAutoFit/>
          </a:bodyPr>
          <a:lstStyle/>
          <a:p>
            <a:pPr marL="457200" marR="0" lvl="0" indent="-317500" algn="l" rtl="0">
              <a:spcBef>
                <a:spcPts val="0"/>
              </a:spcBef>
              <a:spcAft>
                <a:spcPts val="0"/>
              </a:spcAft>
              <a:buClr>
                <a:srgbClr val="3F3F3F"/>
              </a:buClr>
              <a:buSzPts val="1400"/>
              <a:buChar char="●"/>
            </a:pPr>
            <a:r>
              <a:rPr lang="en-US">
                <a:solidFill>
                  <a:srgbClr val="3F3F3F"/>
                </a:solidFill>
              </a:rPr>
              <a:t>Feast + DVC + Git gave clean separation between code, data, and features that were reproducible from raw CSV to trained model without manual steps</a:t>
            </a:r>
            <a:endParaRPr>
              <a:solidFill>
                <a:srgbClr val="3F3F3F"/>
              </a:solidFill>
            </a:endParaRPr>
          </a:p>
          <a:p>
            <a:pPr marL="0" marR="0" lvl="0" indent="0" algn="l" rtl="0">
              <a:spcBef>
                <a:spcPts val="0"/>
              </a:spcBef>
              <a:spcAft>
                <a:spcPts val="0"/>
              </a:spcAft>
              <a:buNone/>
            </a:pPr>
            <a:endParaRPr>
              <a:solidFill>
                <a:srgbClr val="3F3F3F"/>
              </a:solidFill>
            </a:endParaRPr>
          </a:p>
          <a:p>
            <a:pPr marL="457200" marR="0" lvl="0" indent="-317500" algn="l" rtl="0">
              <a:spcBef>
                <a:spcPts val="0"/>
              </a:spcBef>
              <a:spcAft>
                <a:spcPts val="0"/>
              </a:spcAft>
              <a:buClr>
                <a:srgbClr val="3F3F3F"/>
              </a:buClr>
              <a:buSzPts val="1400"/>
              <a:buChar char="●"/>
            </a:pPr>
            <a:r>
              <a:rPr lang="en-US">
                <a:solidFill>
                  <a:srgbClr val="3F3F3F"/>
                </a:solidFill>
              </a:rPr>
              <a:t>Prefect orchestration turned a linear notebook into an automated pipeline</a:t>
            </a:r>
            <a:endParaRPr>
              <a:solidFill>
                <a:srgbClr val="3F3F3F"/>
              </a:solidFill>
            </a:endParaRPr>
          </a:p>
          <a:p>
            <a:pPr marL="457200" marR="0" lvl="0" indent="0" algn="l" rtl="0">
              <a:spcBef>
                <a:spcPts val="0"/>
              </a:spcBef>
              <a:spcAft>
                <a:spcPts val="0"/>
              </a:spcAft>
              <a:buNone/>
            </a:pPr>
            <a:endParaRPr>
              <a:solidFill>
                <a:srgbClr val="3F3F3F"/>
              </a:solidFill>
            </a:endParaRPr>
          </a:p>
          <a:p>
            <a:pPr marL="457200" marR="0" lvl="0" indent="-317500" algn="l" rtl="0">
              <a:spcBef>
                <a:spcPts val="0"/>
              </a:spcBef>
              <a:spcAft>
                <a:spcPts val="0"/>
              </a:spcAft>
              <a:buClr>
                <a:srgbClr val="3F3F3F"/>
              </a:buClr>
              <a:buSzPts val="1400"/>
              <a:buChar char="●"/>
            </a:pPr>
            <a:r>
              <a:rPr lang="en-US">
                <a:solidFill>
                  <a:srgbClr val="3F3F3F"/>
                </a:solidFill>
              </a:rPr>
              <a:t>MLflow tracking + registry made the baseline-vs-AutoML comparison rigorous rather than anecdotal</a:t>
            </a:r>
            <a:endParaRPr>
              <a:solidFill>
                <a:srgbClr val="3F3F3F"/>
              </a:solidFill>
            </a:endParaRPr>
          </a:p>
        </p:txBody>
      </p:sp>
      <p:sp>
        <p:nvSpPr>
          <p:cNvPr id="448" name="Google Shape;448;g3f723ec14bb_0_264"/>
          <p:cNvSpPr/>
          <p:nvPr/>
        </p:nvSpPr>
        <p:spPr>
          <a:xfrm>
            <a:off x="4539407" y="1844251"/>
            <a:ext cx="3141000" cy="4051200"/>
          </a:xfrm>
          <a:prstGeom prst="roundRect">
            <a:avLst>
              <a:gd name="adj" fmla="val 6084"/>
            </a:avLst>
          </a:prstGeom>
          <a:solidFill>
            <a:schemeClr val="lt1"/>
          </a:solidFill>
          <a:ln w="25400" cap="flat" cmpd="sng">
            <a:solidFill>
              <a:schemeClr val="accent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lt1"/>
              </a:solidFill>
              <a:latin typeface="Arial"/>
              <a:ea typeface="Arial"/>
              <a:cs typeface="Arial"/>
              <a:sym typeface="Arial"/>
            </a:endParaRPr>
          </a:p>
        </p:txBody>
      </p:sp>
      <p:sp>
        <p:nvSpPr>
          <p:cNvPr id="449" name="Google Shape;449;g3f723ec14bb_0_264"/>
          <p:cNvSpPr/>
          <p:nvPr/>
        </p:nvSpPr>
        <p:spPr>
          <a:xfrm>
            <a:off x="4539413" y="1765182"/>
            <a:ext cx="3141349" cy="581397"/>
          </a:xfrm>
          <a:custGeom>
            <a:avLst/>
            <a:gdLst/>
            <a:ahLst/>
            <a:cxnLst/>
            <a:rect l="l" t="t" r="r" b="b"/>
            <a:pathLst>
              <a:path w="1800200" h="581397" extrusionOk="0">
                <a:moveTo>
                  <a:pt x="109524" y="0"/>
                </a:moveTo>
                <a:lnTo>
                  <a:pt x="1690676" y="0"/>
                </a:lnTo>
                <a:cubicBezTo>
                  <a:pt x="1751164" y="0"/>
                  <a:pt x="1800200" y="49036"/>
                  <a:pt x="1800200" y="109524"/>
                </a:cubicBezTo>
                <a:lnTo>
                  <a:pt x="1800200" y="581397"/>
                </a:lnTo>
                <a:lnTo>
                  <a:pt x="0" y="581397"/>
                </a:lnTo>
                <a:lnTo>
                  <a:pt x="0" y="109524"/>
                </a:lnTo>
                <a:cubicBezTo>
                  <a:pt x="0" y="49036"/>
                  <a:pt x="49036" y="0"/>
                  <a:pt x="109524" y="0"/>
                </a:cubicBezTo>
                <a:close/>
              </a:path>
            </a:pathLst>
          </a:custGeom>
          <a:solidFill>
            <a:schemeClr val="accent2"/>
          </a:solidFill>
          <a:ln w="25400" cap="flat" cmpd="sng">
            <a:solidFill>
              <a:schemeClr val="accent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lt1"/>
              </a:solidFill>
              <a:latin typeface="Arial"/>
              <a:ea typeface="Arial"/>
              <a:cs typeface="Arial"/>
              <a:sym typeface="Arial"/>
            </a:endParaRPr>
          </a:p>
        </p:txBody>
      </p:sp>
      <p:sp>
        <p:nvSpPr>
          <p:cNvPr id="450" name="Google Shape;450;g3f723ec14bb_0_264"/>
          <p:cNvSpPr txBox="1"/>
          <p:nvPr/>
        </p:nvSpPr>
        <p:spPr>
          <a:xfrm>
            <a:off x="4539400" y="2468200"/>
            <a:ext cx="3141300" cy="2247300"/>
          </a:xfrm>
          <a:prstGeom prst="rect">
            <a:avLst/>
          </a:prstGeom>
          <a:noFill/>
          <a:ln>
            <a:noFill/>
          </a:ln>
        </p:spPr>
        <p:txBody>
          <a:bodyPr spcFirstLastPara="1" wrap="square" lIns="91425" tIns="45700" rIns="91425" bIns="45700" anchor="t" anchorCtr="0">
            <a:spAutoFit/>
          </a:bodyPr>
          <a:lstStyle/>
          <a:p>
            <a:pPr marL="457200" marR="0" lvl="0" indent="-317500" algn="l" rtl="0">
              <a:spcBef>
                <a:spcPts val="0"/>
              </a:spcBef>
              <a:spcAft>
                <a:spcPts val="0"/>
              </a:spcAft>
              <a:buClr>
                <a:srgbClr val="3F3F3F"/>
              </a:buClr>
              <a:buSzPts val="1400"/>
              <a:buChar char="●"/>
            </a:pPr>
            <a:r>
              <a:rPr lang="en-US">
                <a:solidFill>
                  <a:srgbClr val="3F3F3F"/>
                </a:solidFill>
              </a:rPr>
              <a:t>DataBricks AutoML wasn’t feasible due to platform pricing</a:t>
            </a:r>
            <a:endParaRPr>
              <a:solidFill>
                <a:srgbClr val="3F3F3F"/>
              </a:solidFill>
            </a:endParaRPr>
          </a:p>
          <a:p>
            <a:pPr marL="457200" marR="0" lvl="0" indent="0" algn="l" rtl="0">
              <a:spcBef>
                <a:spcPts val="0"/>
              </a:spcBef>
              <a:spcAft>
                <a:spcPts val="0"/>
              </a:spcAft>
              <a:buNone/>
            </a:pPr>
            <a:endParaRPr>
              <a:solidFill>
                <a:srgbClr val="3F3F3F"/>
              </a:solidFill>
            </a:endParaRPr>
          </a:p>
          <a:p>
            <a:pPr marL="0" marR="0" lvl="0" indent="0" algn="l" rtl="0">
              <a:spcBef>
                <a:spcPts val="0"/>
              </a:spcBef>
              <a:spcAft>
                <a:spcPts val="0"/>
              </a:spcAft>
              <a:buNone/>
            </a:pPr>
            <a:endParaRPr>
              <a:solidFill>
                <a:srgbClr val="3F3F3F"/>
              </a:solidFill>
            </a:endParaRPr>
          </a:p>
          <a:p>
            <a:pPr marL="457200" marR="0" lvl="0" indent="-317500" algn="l" rtl="0">
              <a:spcBef>
                <a:spcPts val="0"/>
              </a:spcBef>
              <a:spcAft>
                <a:spcPts val="0"/>
              </a:spcAft>
              <a:buClr>
                <a:srgbClr val="3F3F3F"/>
              </a:buClr>
              <a:buSzPts val="1400"/>
              <a:buChar char="●"/>
            </a:pPr>
            <a:r>
              <a:rPr lang="en-US">
                <a:solidFill>
                  <a:srgbClr val="3F3F3F"/>
                </a:solidFill>
              </a:rPr>
              <a:t>PyCaret's Python 3.13 incompatibility forced a second, fully separate venv, with the orchestrator shelling out via subprocess for that one step </a:t>
            </a:r>
            <a:endParaRPr>
              <a:solidFill>
                <a:srgbClr val="3F3F3F"/>
              </a:solidFill>
            </a:endParaRPr>
          </a:p>
          <a:p>
            <a:pPr marL="0" marR="0" lvl="0" indent="0" algn="l" rtl="0">
              <a:spcBef>
                <a:spcPts val="0"/>
              </a:spcBef>
              <a:spcAft>
                <a:spcPts val="0"/>
              </a:spcAft>
              <a:buNone/>
            </a:pPr>
            <a:endParaRPr>
              <a:solidFill>
                <a:srgbClr val="3F3F3F"/>
              </a:solidFill>
            </a:endParaRPr>
          </a:p>
        </p:txBody>
      </p:sp>
      <p:sp>
        <p:nvSpPr>
          <p:cNvPr id="451" name="Google Shape;451;g3f723ec14bb_0_264"/>
          <p:cNvSpPr/>
          <p:nvPr/>
        </p:nvSpPr>
        <p:spPr>
          <a:xfrm>
            <a:off x="8328470" y="1837201"/>
            <a:ext cx="3141000" cy="4051200"/>
          </a:xfrm>
          <a:prstGeom prst="roundRect">
            <a:avLst>
              <a:gd name="adj" fmla="val 6084"/>
            </a:avLst>
          </a:prstGeom>
          <a:solidFill>
            <a:schemeClr val="lt1"/>
          </a:solidFill>
          <a:ln w="25400" cap="flat" cmpd="sng">
            <a:solidFill>
              <a:schemeClr val="accent4"/>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lt1"/>
              </a:solidFill>
              <a:latin typeface="Arial"/>
              <a:ea typeface="Arial"/>
              <a:cs typeface="Arial"/>
              <a:sym typeface="Arial"/>
            </a:endParaRPr>
          </a:p>
        </p:txBody>
      </p:sp>
      <p:sp>
        <p:nvSpPr>
          <p:cNvPr id="452" name="Google Shape;452;g3f723ec14bb_0_264"/>
          <p:cNvSpPr/>
          <p:nvPr/>
        </p:nvSpPr>
        <p:spPr>
          <a:xfrm>
            <a:off x="8328470" y="1759857"/>
            <a:ext cx="3141349" cy="581397"/>
          </a:xfrm>
          <a:custGeom>
            <a:avLst/>
            <a:gdLst/>
            <a:ahLst/>
            <a:cxnLst/>
            <a:rect l="l" t="t" r="r" b="b"/>
            <a:pathLst>
              <a:path w="1800200" h="581397" extrusionOk="0">
                <a:moveTo>
                  <a:pt x="109524" y="0"/>
                </a:moveTo>
                <a:lnTo>
                  <a:pt x="1690676" y="0"/>
                </a:lnTo>
                <a:cubicBezTo>
                  <a:pt x="1751164" y="0"/>
                  <a:pt x="1800200" y="49036"/>
                  <a:pt x="1800200" y="109524"/>
                </a:cubicBezTo>
                <a:lnTo>
                  <a:pt x="1800200" y="581397"/>
                </a:lnTo>
                <a:lnTo>
                  <a:pt x="0" y="581397"/>
                </a:lnTo>
                <a:lnTo>
                  <a:pt x="0" y="109524"/>
                </a:lnTo>
                <a:cubicBezTo>
                  <a:pt x="0" y="49036"/>
                  <a:pt x="49036" y="0"/>
                  <a:pt x="109524" y="0"/>
                </a:cubicBezTo>
                <a:close/>
              </a:path>
            </a:pathLst>
          </a:custGeom>
          <a:solidFill>
            <a:schemeClr val="accent4"/>
          </a:solidFill>
          <a:ln w="25400" cap="flat" cmpd="sng">
            <a:solidFill>
              <a:schemeClr val="accent4"/>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700">
              <a:solidFill>
                <a:schemeClr val="lt1"/>
              </a:solidFill>
              <a:latin typeface="Arial"/>
              <a:ea typeface="Arial"/>
              <a:cs typeface="Arial"/>
              <a:sym typeface="Arial"/>
            </a:endParaRPr>
          </a:p>
        </p:txBody>
      </p:sp>
      <p:sp>
        <p:nvSpPr>
          <p:cNvPr id="453" name="Google Shape;453;g3f723ec14bb_0_264"/>
          <p:cNvSpPr txBox="1"/>
          <p:nvPr/>
        </p:nvSpPr>
        <p:spPr>
          <a:xfrm>
            <a:off x="1019008" y="1908064"/>
            <a:ext cx="2603400" cy="3387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b="1">
                <a:solidFill>
                  <a:schemeClr val="lt1"/>
                </a:solidFill>
              </a:rPr>
              <a:t>What Worked Well</a:t>
            </a:r>
            <a:endParaRPr sz="1600" b="1">
              <a:solidFill>
                <a:schemeClr val="lt1"/>
              </a:solidFill>
              <a:latin typeface="Arial"/>
              <a:ea typeface="Arial"/>
              <a:cs typeface="Arial"/>
              <a:sym typeface="Arial"/>
            </a:endParaRPr>
          </a:p>
        </p:txBody>
      </p:sp>
      <p:sp>
        <p:nvSpPr>
          <p:cNvPr id="454" name="Google Shape;454;g3f723ec14bb_0_264"/>
          <p:cNvSpPr txBox="1"/>
          <p:nvPr/>
        </p:nvSpPr>
        <p:spPr>
          <a:xfrm>
            <a:off x="4808085" y="1908064"/>
            <a:ext cx="2603400" cy="3387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b="1">
                <a:solidFill>
                  <a:schemeClr val="lt1"/>
                </a:solidFill>
              </a:rPr>
              <a:t>Challenges</a:t>
            </a:r>
            <a:endParaRPr sz="1600" b="1">
              <a:solidFill>
                <a:schemeClr val="lt1"/>
              </a:solidFill>
              <a:latin typeface="Arial"/>
              <a:ea typeface="Arial"/>
              <a:cs typeface="Arial"/>
              <a:sym typeface="Arial"/>
            </a:endParaRPr>
          </a:p>
        </p:txBody>
      </p:sp>
      <p:sp>
        <p:nvSpPr>
          <p:cNvPr id="455" name="Google Shape;455;g3f723ec14bb_0_264"/>
          <p:cNvSpPr txBox="1"/>
          <p:nvPr/>
        </p:nvSpPr>
        <p:spPr>
          <a:xfrm>
            <a:off x="8597142" y="1902739"/>
            <a:ext cx="2603400" cy="3387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b="1">
                <a:solidFill>
                  <a:schemeClr val="lt1"/>
                </a:solidFill>
              </a:rPr>
              <a:t>Future Considerations</a:t>
            </a:r>
            <a:endParaRPr sz="1600" b="1">
              <a:solidFill>
                <a:schemeClr val="lt1"/>
              </a:solidFill>
              <a:latin typeface="Arial"/>
              <a:ea typeface="Arial"/>
              <a:cs typeface="Arial"/>
              <a:sym typeface="Arial"/>
            </a:endParaRPr>
          </a:p>
        </p:txBody>
      </p:sp>
      <p:sp>
        <p:nvSpPr>
          <p:cNvPr id="456" name="Google Shape;456;g3f723ec14bb_0_264"/>
          <p:cNvSpPr txBox="1"/>
          <p:nvPr/>
        </p:nvSpPr>
        <p:spPr>
          <a:xfrm>
            <a:off x="8328475" y="2468200"/>
            <a:ext cx="3141000" cy="2462700"/>
          </a:xfrm>
          <a:prstGeom prst="rect">
            <a:avLst/>
          </a:prstGeom>
          <a:noFill/>
          <a:ln>
            <a:noFill/>
          </a:ln>
        </p:spPr>
        <p:txBody>
          <a:bodyPr spcFirstLastPara="1" wrap="square" lIns="91425" tIns="45700" rIns="91425" bIns="45700" anchor="t" anchorCtr="0">
            <a:spAutoFit/>
          </a:bodyPr>
          <a:lstStyle/>
          <a:p>
            <a:pPr marL="457200" marR="0" lvl="0" indent="-317500" algn="l" rtl="0">
              <a:spcBef>
                <a:spcPts val="0"/>
              </a:spcBef>
              <a:spcAft>
                <a:spcPts val="0"/>
              </a:spcAft>
              <a:buClr>
                <a:srgbClr val="3F3F3F"/>
              </a:buClr>
              <a:buSzPts val="1400"/>
              <a:buFont typeface="Arial"/>
              <a:buChar char="●"/>
            </a:pPr>
            <a:r>
              <a:rPr lang="en-US" b="1">
                <a:solidFill>
                  <a:srgbClr val="3F3F3F"/>
                </a:solidFill>
              </a:rPr>
              <a:t>Model performance reached its ceiling.</a:t>
            </a:r>
            <a:r>
              <a:rPr lang="en-US">
                <a:solidFill>
                  <a:srgbClr val="3F3F3F"/>
                </a:solidFill>
              </a:rPr>
              <a:t> Explore new features to include in the feature set that may help improve predictions.</a:t>
            </a:r>
            <a:endParaRPr>
              <a:solidFill>
                <a:srgbClr val="3F3F3F"/>
              </a:solidFill>
            </a:endParaRPr>
          </a:p>
          <a:p>
            <a:pPr marL="0" marR="0" lvl="0" indent="0" algn="l" rtl="0">
              <a:spcBef>
                <a:spcPts val="0"/>
              </a:spcBef>
              <a:spcAft>
                <a:spcPts val="0"/>
              </a:spcAft>
              <a:buNone/>
            </a:pPr>
            <a:endParaRPr>
              <a:solidFill>
                <a:srgbClr val="3F3F3F"/>
              </a:solidFill>
            </a:endParaRPr>
          </a:p>
          <a:p>
            <a:pPr marL="457200" marR="0" lvl="0" indent="-317500" algn="l" rtl="0">
              <a:spcBef>
                <a:spcPts val="0"/>
              </a:spcBef>
              <a:spcAft>
                <a:spcPts val="0"/>
              </a:spcAft>
              <a:buClr>
                <a:srgbClr val="3F3F3F"/>
              </a:buClr>
              <a:buSzPts val="1400"/>
              <a:buChar char="●"/>
            </a:pPr>
            <a:r>
              <a:rPr lang="en-US" b="1">
                <a:solidFill>
                  <a:srgbClr val="3F3F3F"/>
                </a:solidFill>
              </a:rPr>
              <a:t>CI/CD process is currently manual.</a:t>
            </a:r>
            <a:r>
              <a:rPr lang="en-US">
                <a:solidFill>
                  <a:srgbClr val="3F3F3F"/>
                </a:solidFill>
              </a:rPr>
              <a:t> Develop an automated retraining, model promotion, and testing layers for ongoing improvements.</a:t>
            </a:r>
            <a:endParaRPr>
              <a:solidFill>
                <a:srgbClr val="3F3F3F"/>
              </a:solidFill>
            </a:endParaRPr>
          </a:p>
        </p:txBody>
      </p:sp>
      <p:sp>
        <p:nvSpPr>
          <p:cNvPr id="457" name="Google Shape;457;g3f723ec14bb_0_264"/>
          <p:cNvSpPr txBox="1">
            <a:spLocks noGrp="1"/>
          </p:cNvSpPr>
          <p:nvPr>
            <p:ph type="sldNum" idx="12"/>
          </p:nvPr>
        </p:nvSpPr>
        <p:spPr>
          <a:xfrm>
            <a:off x="11409045" y="6333134"/>
            <a:ext cx="731700" cy="5250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US"/>
              <a:t>15</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61"/>
        <p:cNvGrpSpPr/>
        <p:nvPr/>
      </p:nvGrpSpPr>
      <p:grpSpPr>
        <a:xfrm>
          <a:off x="0" y="0"/>
          <a:ext cx="0" cy="0"/>
          <a:chOff x="0" y="0"/>
          <a:chExt cx="0" cy="0"/>
        </a:xfrm>
      </p:grpSpPr>
      <p:sp>
        <p:nvSpPr>
          <p:cNvPr id="462" name="Google Shape;462;g3f723ec14bb_0_424"/>
          <p:cNvSpPr txBox="1"/>
          <p:nvPr/>
        </p:nvSpPr>
        <p:spPr>
          <a:xfrm>
            <a:off x="0" y="4583296"/>
            <a:ext cx="12192000" cy="1015800"/>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6000">
                <a:solidFill>
                  <a:srgbClr val="262626"/>
                </a:solidFill>
                <a:latin typeface="Arial"/>
                <a:ea typeface="Arial"/>
                <a:cs typeface="Arial"/>
                <a:sym typeface="Arial"/>
              </a:rPr>
              <a:t>THANK YOU</a:t>
            </a:r>
            <a:endParaRPr sz="6000">
              <a:solidFill>
                <a:srgbClr val="262626"/>
              </a:solidFill>
              <a:latin typeface="Arial"/>
              <a:ea typeface="Arial"/>
              <a:cs typeface="Arial"/>
              <a:sym typeface="Arial"/>
            </a:endParaRPr>
          </a:p>
        </p:txBody>
      </p:sp>
      <p:sp>
        <p:nvSpPr>
          <p:cNvPr id="463" name="Google Shape;463;g3f723ec14bb_0_424"/>
          <p:cNvSpPr txBox="1">
            <a:spLocks noGrp="1"/>
          </p:cNvSpPr>
          <p:nvPr>
            <p:ph type="sldNum" idx="12"/>
          </p:nvPr>
        </p:nvSpPr>
        <p:spPr>
          <a:xfrm>
            <a:off x="11409045" y="6333134"/>
            <a:ext cx="731700" cy="5250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US"/>
              <a:t>16</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67"/>
        <p:cNvGrpSpPr/>
        <p:nvPr/>
      </p:nvGrpSpPr>
      <p:grpSpPr>
        <a:xfrm>
          <a:off x="0" y="0"/>
          <a:ext cx="0" cy="0"/>
          <a:chOff x="0" y="0"/>
          <a:chExt cx="0" cy="0"/>
        </a:xfrm>
      </p:grpSpPr>
      <p:sp>
        <p:nvSpPr>
          <p:cNvPr id="468" name="Google Shape;468;g3f723ec14bb_0_430"/>
          <p:cNvSpPr txBox="1"/>
          <p:nvPr/>
        </p:nvSpPr>
        <p:spPr>
          <a:xfrm>
            <a:off x="6365533" y="2841091"/>
            <a:ext cx="5762946" cy="831000"/>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None/>
            </a:pPr>
            <a:r>
              <a:rPr lang="en-US" sz="4800" b="1">
                <a:solidFill>
                  <a:srgbClr val="262626"/>
                </a:solidFill>
              </a:rPr>
              <a:t>Appendix</a:t>
            </a:r>
            <a:endParaRPr sz="4800" b="1">
              <a:solidFill>
                <a:srgbClr val="262626"/>
              </a:solidFill>
              <a:latin typeface="Arial"/>
              <a:ea typeface="Arial"/>
              <a:cs typeface="Arial"/>
              <a:sym typeface="Arial"/>
            </a:endParaRPr>
          </a:p>
        </p:txBody>
      </p:sp>
      <p:sp>
        <p:nvSpPr>
          <p:cNvPr id="469" name="Google Shape;469;g3f723ec14bb_0_430"/>
          <p:cNvSpPr txBox="1">
            <a:spLocks noGrp="1"/>
          </p:cNvSpPr>
          <p:nvPr>
            <p:ph type="sldNum" idx="12"/>
          </p:nvPr>
        </p:nvSpPr>
        <p:spPr>
          <a:xfrm>
            <a:off x="11409045" y="6333134"/>
            <a:ext cx="731700" cy="5250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US"/>
              <a:t>17</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73"/>
        <p:cNvGrpSpPr/>
        <p:nvPr/>
      </p:nvGrpSpPr>
      <p:grpSpPr>
        <a:xfrm>
          <a:off x="0" y="0"/>
          <a:ext cx="0" cy="0"/>
          <a:chOff x="0" y="0"/>
          <a:chExt cx="0" cy="0"/>
        </a:xfrm>
      </p:grpSpPr>
      <p:sp>
        <p:nvSpPr>
          <p:cNvPr id="474" name="Google Shape;474;g3f72959162f_0_0"/>
          <p:cNvSpPr txBox="1">
            <a:spLocks noGrp="1"/>
          </p:cNvSpPr>
          <p:nvPr>
            <p:ph type="body" idx="1"/>
          </p:nvPr>
        </p:nvSpPr>
        <p:spPr>
          <a:xfrm>
            <a:off x="323529" y="145548"/>
            <a:ext cx="11573100" cy="724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262626"/>
              </a:buClr>
              <a:buSzPts val="5400"/>
              <a:buNone/>
            </a:pPr>
            <a:r>
              <a:rPr lang="en-US"/>
              <a:t>AutoML Results</a:t>
            </a:r>
            <a:endParaRPr/>
          </a:p>
        </p:txBody>
      </p:sp>
      <p:pic>
        <p:nvPicPr>
          <p:cNvPr id="475" name="Google Shape;475;g3f72959162f_0_0"/>
          <p:cNvPicPr preferRelativeResize="0"/>
          <p:nvPr/>
        </p:nvPicPr>
        <p:blipFill>
          <a:blip r:embed="rId3">
            <a:alphaModFix/>
          </a:blip>
          <a:stretch>
            <a:fillRect/>
          </a:stretch>
        </p:blipFill>
        <p:spPr>
          <a:xfrm>
            <a:off x="1219200" y="1165773"/>
            <a:ext cx="9753600" cy="5210175"/>
          </a:xfrm>
          <a:prstGeom prst="rect">
            <a:avLst/>
          </a:prstGeom>
          <a:noFill/>
          <a:ln>
            <a:noFill/>
          </a:ln>
        </p:spPr>
      </p:pic>
      <p:sp>
        <p:nvSpPr>
          <p:cNvPr id="476" name="Google Shape;476;g3f72959162f_0_0"/>
          <p:cNvSpPr txBox="1">
            <a:spLocks noGrp="1"/>
          </p:cNvSpPr>
          <p:nvPr>
            <p:ph type="sldNum" idx="12"/>
          </p:nvPr>
        </p:nvSpPr>
        <p:spPr>
          <a:xfrm>
            <a:off x="11409045" y="6333134"/>
            <a:ext cx="731700" cy="5250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US"/>
              <a:t>18</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80"/>
        <p:cNvGrpSpPr/>
        <p:nvPr/>
      </p:nvGrpSpPr>
      <p:grpSpPr>
        <a:xfrm>
          <a:off x="0" y="0"/>
          <a:ext cx="0" cy="0"/>
          <a:chOff x="0" y="0"/>
          <a:chExt cx="0" cy="0"/>
        </a:xfrm>
      </p:grpSpPr>
      <p:sp>
        <p:nvSpPr>
          <p:cNvPr id="481" name="Google Shape;481;g3f7506bbab4_3_0"/>
          <p:cNvSpPr txBox="1">
            <a:spLocks noGrp="1"/>
          </p:cNvSpPr>
          <p:nvPr>
            <p:ph type="body" idx="1"/>
          </p:nvPr>
        </p:nvSpPr>
        <p:spPr>
          <a:xfrm>
            <a:off x="323529" y="145548"/>
            <a:ext cx="11573100" cy="724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262626"/>
              </a:buClr>
              <a:buSzPts val="5400"/>
              <a:buNone/>
            </a:pPr>
            <a:r>
              <a:rPr lang="en-US"/>
              <a:t>EDA</a:t>
            </a:r>
            <a:endParaRPr/>
          </a:p>
        </p:txBody>
      </p:sp>
      <p:sp>
        <p:nvSpPr>
          <p:cNvPr id="482" name="Google Shape;482;g3f7506bbab4_3_0"/>
          <p:cNvSpPr txBox="1">
            <a:spLocks noGrp="1"/>
          </p:cNvSpPr>
          <p:nvPr>
            <p:ph type="sldNum" idx="12"/>
          </p:nvPr>
        </p:nvSpPr>
        <p:spPr>
          <a:xfrm>
            <a:off x="11409045" y="6333134"/>
            <a:ext cx="731700" cy="5250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US"/>
              <a:t>19</a:t>
            </a:fld>
            <a:endParaRPr/>
          </a:p>
        </p:txBody>
      </p:sp>
      <p:pic>
        <p:nvPicPr>
          <p:cNvPr id="483" name="Google Shape;483;g3f7506bbab4_3_0"/>
          <p:cNvPicPr preferRelativeResize="0"/>
          <p:nvPr/>
        </p:nvPicPr>
        <p:blipFill>
          <a:blip r:embed="rId3">
            <a:alphaModFix/>
          </a:blip>
          <a:stretch>
            <a:fillRect/>
          </a:stretch>
        </p:blipFill>
        <p:spPr>
          <a:xfrm>
            <a:off x="152375" y="1007825"/>
            <a:ext cx="5749201" cy="5325299"/>
          </a:xfrm>
          <a:prstGeom prst="rect">
            <a:avLst/>
          </a:prstGeom>
          <a:noFill/>
          <a:ln>
            <a:noFill/>
          </a:ln>
        </p:spPr>
      </p:pic>
      <p:pic>
        <p:nvPicPr>
          <p:cNvPr id="484" name="Google Shape;484;g3f7506bbab4_3_0"/>
          <p:cNvPicPr preferRelativeResize="0"/>
          <p:nvPr/>
        </p:nvPicPr>
        <p:blipFill>
          <a:blip r:embed="rId4">
            <a:alphaModFix/>
          </a:blip>
          <a:stretch>
            <a:fillRect/>
          </a:stretch>
        </p:blipFill>
        <p:spPr>
          <a:xfrm>
            <a:off x="6608251" y="1272098"/>
            <a:ext cx="5057775" cy="393382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88"/>
        <p:cNvGrpSpPr/>
        <p:nvPr/>
      </p:nvGrpSpPr>
      <p:grpSpPr>
        <a:xfrm>
          <a:off x="0" y="0"/>
          <a:ext cx="0" cy="0"/>
          <a:chOff x="0" y="0"/>
          <a:chExt cx="0" cy="0"/>
        </a:xfrm>
      </p:grpSpPr>
      <p:sp>
        <p:nvSpPr>
          <p:cNvPr id="489" name="Google Shape;489;g3f7506bbab4_3_8"/>
          <p:cNvSpPr txBox="1">
            <a:spLocks noGrp="1"/>
          </p:cNvSpPr>
          <p:nvPr>
            <p:ph type="body" idx="1"/>
          </p:nvPr>
        </p:nvSpPr>
        <p:spPr>
          <a:xfrm>
            <a:off x="323529" y="145548"/>
            <a:ext cx="11573100" cy="724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262626"/>
              </a:buClr>
              <a:buSzPts val="5400"/>
              <a:buNone/>
            </a:pPr>
            <a:r>
              <a:rPr lang="en-US"/>
              <a:t>EDA</a:t>
            </a:r>
            <a:endParaRPr/>
          </a:p>
        </p:txBody>
      </p:sp>
      <p:sp>
        <p:nvSpPr>
          <p:cNvPr id="490" name="Google Shape;490;g3f7506bbab4_3_8"/>
          <p:cNvSpPr txBox="1">
            <a:spLocks noGrp="1"/>
          </p:cNvSpPr>
          <p:nvPr>
            <p:ph type="sldNum" idx="12"/>
          </p:nvPr>
        </p:nvSpPr>
        <p:spPr>
          <a:xfrm>
            <a:off x="11409045" y="6333134"/>
            <a:ext cx="731700" cy="5250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US"/>
              <a:t>20</a:t>
            </a:fld>
            <a:endParaRPr/>
          </a:p>
        </p:txBody>
      </p:sp>
      <p:pic>
        <p:nvPicPr>
          <p:cNvPr id="491" name="Google Shape;491;g3f7506bbab4_3_8"/>
          <p:cNvPicPr preferRelativeResize="0"/>
          <p:nvPr/>
        </p:nvPicPr>
        <p:blipFill rotWithShape="1">
          <a:blip r:embed="rId3">
            <a:alphaModFix/>
          </a:blip>
          <a:srcRect/>
          <a:stretch/>
        </p:blipFill>
        <p:spPr>
          <a:xfrm>
            <a:off x="391294" y="1405362"/>
            <a:ext cx="11137748" cy="412347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96"/>
        <p:cNvGrpSpPr/>
        <p:nvPr/>
      </p:nvGrpSpPr>
      <p:grpSpPr>
        <a:xfrm>
          <a:off x="0" y="0"/>
          <a:ext cx="0" cy="0"/>
          <a:chOff x="0" y="0"/>
          <a:chExt cx="0" cy="0"/>
        </a:xfrm>
      </p:grpSpPr>
      <p:sp>
        <p:nvSpPr>
          <p:cNvPr id="497" name="Google Shape;497;g3f9a73fb217_1_0"/>
          <p:cNvSpPr txBox="1">
            <a:spLocks noGrp="1"/>
          </p:cNvSpPr>
          <p:nvPr>
            <p:ph type="body" idx="1"/>
          </p:nvPr>
        </p:nvSpPr>
        <p:spPr>
          <a:xfrm>
            <a:off x="323529" y="145548"/>
            <a:ext cx="11573100" cy="724200"/>
          </a:xfrm>
          <a:prstGeom prst="rect">
            <a:avLst/>
          </a:prstGeom>
        </p:spPr>
        <p:txBody>
          <a:bodyPr spcFirstLastPara="1" wrap="square" lIns="91425" tIns="45700" rIns="91425" bIns="45700" anchor="ctr" anchorCtr="0">
            <a:noAutofit/>
          </a:bodyPr>
          <a:lstStyle/>
          <a:p>
            <a:pPr marL="0" lvl="0" indent="0" algn="ctr" rtl="0">
              <a:spcBef>
                <a:spcPts val="1000"/>
              </a:spcBef>
              <a:spcAft>
                <a:spcPts val="0"/>
              </a:spcAft>
              <a:buNone/>
            </a:pPr>
            <a:r>
              <a:rPr lang="en-US"/>
              <a:t>GitHub</a:t>
            </a:r>
            <a:endParaRPr/>
          </a:p>
        </p:txBody>
      </p:sp>
      <p:sp>
        <p:nvSpPr>
          <p:cNvPr id="498" name="Google Shape;498;g3f9a73fb217_1_0"/>
          <p:cNvSpPr txBox="1">
            <a:spLocks noGrp="1"/>
          </p:cNvSpPr>
          <p:nvPr>
            <p:ph type="sldNum" idx="12"/>
          </p:nvPr>
        </p:nvSpPr>
        <p:spPr>
          <a:xfrm>
            <a:off x="11409045" y="6333134"/>
            <a:ext cx="731700" cy="5250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US"/>
              <a:t>21</a:t>
            </a:fld>
            <a:endParaRPr/>
          </a:p>
        </p:txBody>
      </p:sp>
      <p:pic>
        <p:nvPicPr>
          <p:cNvPr id="499" name="Google Shape;499;g3f9a73fb217_1_0"/>
          <p:cNvPicPr preferRelativeResize="0"/>
          <p:nvPr/>
        </p:nvPicPr>
        <p:blipFill>
          <a:blip r:embed="rId3">
            <a:alphaModFix/>
          </a:blip>
          <a:stretch>
            <a:fillRect/>
          </a:stretch>
        </p:blipFill>
        <p:spPr>
          <a:xfrm>
            <a:off x="1400125" y="1435100"/>
            <a:ext cx="9532249" cy="5001674"/>
          </a:xfrm>
          <a:prstGeom prst="rect">
            <a:avLst/>
          </a:prstGeom>
          <a:noFill/>
          <a:ln>
            <a:noFill/>
          </a:ln>
        </p:spPr>
      </p:pic>
      <p:sp>
        <p:nvSpPr>
          <p:cNvPr id="500" name="Google Shape;500;g3f9a73fb217_1_0"/>
          <p:cNvSpPr txBox="1"/>
          <p:nvPr/>
        </p:nvSpPr>
        <p:spPr>
          <a:xfrm>
            <a:off x="3455775" y="1034900"/>
            <a:ext cx="48285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US" u="sng">
                <a:solidFill>
                  <a:schemeClr val="accent3"/>
                </a:solidFill>
                <a:hlinkClick r:id="rId4">
                  <a:extLst>
                    <a:ext uri="{A12FA001-AC4F-418D-AE19-62706E023703}">
                      <ahyp:hlinkClr xmlns:ahyp="http://schemas.microsoft.com/office/drawing/2018/hyperlinkcolor" val="tx"/>
                    </a:ext>
                  </a:extLst>
                </a:hlinkClick>
              </a:rPr>
              <a:t>https://github.com/enels-uchi/ml-ops-final-group-3</a:t>
            </a:r>
            <a:r>
              <a:rPr lang="en-US">
                <a:solidFill>
                  <a:schemeClr val="accent3"/>
                </a:solidFill>
              </a:rPr>
              <a:t> </a:t>
            </a:r>
            <a:endParaRPr>
              <a:solidFill>
                <a:schemeClr val="accent3"/>
              </a:solidFill>
            </a:endParaRPr>
          </a:p>
        </p:txBody>
      </p:sp>
    </p:spTree>
  </p:cSld>
  <p:clrMapOvr>
    <a:masterClrMapping/>
  </p:clrMapOvr>
</p:sld>
</file>

<file path=ppt/theme/theme1.xml><?xml version="1.0" encoding="utf-8"?>
<a:theme xmlns:a="http://schemas.openxmlformats.org/drawingml/2006/main" name="Cover and End Slide Master">
  <a:themeElements>
    <a:clrScheme name="ALLPPT-2041">
      <a:dk1>
        <a:srgbClr val="000000"/>
      </a:dk1>
      <a:lt1>
        <a:srgbClr val="FFFFFF"/>
      </a:lt1>
      <a:dk2>
        <a:srgbClr val="44546A"/>
      </a:dk2>
      <a:lt2>
        <a:srgbClr val="E7E6E6"/>
      </a:lt2>
      <a:accent1>
        <a:srgbClr val="83D4E5"/>
      </a:accent1>
      <a:accent2>
        <a:srgbClr val="0AA6ED"/>
      </a:accent2>
      <a:accent3>
        <a:srgbClr val="0085F2"/>
      </a:accent3>
      <a:accent4>
        <a:srgbClr val="125AC4"/>
      </a:accent4>
      <a:accent5>
        <a:srgbClr val="5A28C8"/>
      </a:accent5>
      <a:accent6>
        <a:srgbClr val="351876"/>
      </a:accent6>
      <a:hlink>
        <a:srgbClr val="FFFFFF"/>
      </a:hlink>
      <a:folHlink>
        <a:srgbClr val="26262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ection Break Slide Master">
  <a:themeElements>
    <a:clrScheme name="ALLPPT-2041">
      <a:dk1>
        <a:srgbClr val="000000"/>
      </a:dk1>
      <a:lt1>
        <a:srgbClr val="FFFFFF"/>
      </a:lt1>
      <a:dk2>
        <a:srgbClr val="44546A"/>
      </a:dk2>
      <a:lt2>
        <a:srgbClr val="E7E6E6"/>
      </a:lt2>
      <a:accent1>
        <a:srgbClr val="83D4E5"/>
      </a:accent1>
      <a:accent2>
        <a:srgbClr val="0AA6ED"/>
      </a:accent2>
      <a:accent3>
        <a:srgbClr val="0085F2"/>
      </a:accent3>
      <a:accent4>
        <a:srgbClr val="125AC4"/>
      </a:accent4>
      <a:accent5>
        <a:srgbClr val="5A28C8"/>
      </a:accent5>
      <a:accent6>
        <a:srgbClr val="351876"/>
      </a:accent6>
      <a:hlink>
        <a:srgbClr val="FFFFFF"/>
      </a:hlink>
      <a:folHlink>
        <a:srgbClr val="26262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ontents Slide Master">
  <a:themeElements>
    <a:clrScheme name="ALLPPT-2041">
      <a:dk1>
        <a:srgbClr val="000000"/>
      </a:dk1>
      <a:lt1>
        <a:srgbClr val="FFFFFF"/>
      </a:lt1>
      <a:dk2>
        <a:srgbClr val="44546A"/>
      </a:dk2>
      <a:lt2>
        <a:srgbClr val="E7E6E6"/>
      </a:lt2>
      <a:accent1>
        <a:srgbClr val="5DC8DC"/>
      </a:accent1>
      <a:accent2>
        <a:srgbClr val="0AA6ED"/>
      </a:accent2>
      <a:accent3>
        <a:srgbClr val="0085F2"/>
      </a:accent3>
      <a:accent4>
        <a:srgbClr val="125AC4"/>
      </a:accent4>
      <a:accent5>
        <a:srgbClr val="5A28C8"/>
      </a:accent5>
      <a:accent6>
        <a:srgbClr val="351876"/>
      </a:accent6>
      <a:hlink>
        <a:srgbClr val="FFFFFF"/>
      </a:hlink>
      <a:folHlink>
        <a:srgbClr val="26262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71</TotalTime>
  <Words>1734</Words>
  <Application>Microsoft Macintosh PowerPoint</Application>
  <PresentationFormat>Widescreen</PresentationFormat>
  <Paragraphs>257</Paragraphs>
  <Slides>21</Slides>
  <Notes>21</Notes>
  <HiddenSlides>0</HiddenSlides>
  <MMClips>0</MMClips>
  <ScaleCrop>false</ScaleCrop>
  <HeadingPairs>
    <vt:vector size="6" baseType="variant">
      <vt:variant>
        <vt:lpstr>Fonts Used</vt:lpstr>
      </vt:variant>
      <vt:variant>
        <vt:i4>2</vt:i4>
      </vt:variant>
      <vt:variant>
        <vt:lpstr>Theme</vt:lpstr>
      </vt:variant>
      <vt:variant>
        <vt:i4>3</vt:i4>
      </vt:variant>
      <vt:variant>
        <vt:lpstr>Slide Titles</vt:lpstr>
      </vt:variant>
      <vt:variant>
        <vt:i4>21</vt:i4>
      </vt:variant>
    </vt:vector>
  </HeadingPairs>
  <TitlesOfParts>
    <vt:vector size="26" baseType="lpstr">
      <vt:lpstr>Arial</vt:lpstr>
      <vt:lpstr>Calibri</vt:lpstr>
      <vt:lpstr>Cover and End Slide Master</vt:lpstr>
      <vt:lpstr>Section Break Slide Master</vt:lpstr>
      <vt:lpstr>Contents Slide Master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Allppt.com</dc:creator>
  <cp:lastModifiedBy>Wendy Xing</cp:lastModifiedBy>
  <cp:revision>2</cp:revision>
  <dcterms:created xsi:type="dcterms:W3CDTF">2020-01-20T05:08:25Z</dcterms:created>
  <dcterms:modified xsi:type="dcterms:W3CDTF">2026-08-20T00:26:52Z</dcterms:modified>
</cp:coreProperties>
</file>